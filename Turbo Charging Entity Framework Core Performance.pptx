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82" r:id="rId2"/>
    <p:sldMasterId id="2147483713" r:id="rId3"/>
  </p:sldMasterIdLst>
  <p:notesMasterIdLst>
    <p:notesMasterId r:id="rId42"/>
  </p:notesMasterIdLst>
  <p:sldIdLst>
    <p:sldId id="257" r:id="rId4"/>
    <p:sldId id="295" r:id="rId5"/>
    <p:sldId id="298" r:id="rId6"/>
    <p:sldId id="292" r:id="rId7"/>
    <p:sldId id="278" r:id="rId8"/>
    <p:sldId id="301" r:id="rId9"/>
    <p:sldId id="336" r:id="rId10"/>
    <p:sldId id="314" r:id="rId11"/>
    <p:sldId id="317" r:id="rId12"/>
    <p:sldId id="302" r:id="rId13"/>
    <p:sldId id="321" r:id="rId14"/>
    <p:sldId id="322" r:id="rId15"/>
    <p:sldId id="323" r:id="rId16"/>
    <p:sldId id="304" r:id="rId17"/>
    <p:sldId id="333" r:id="rId18"/>
    <p:sldId id="316" r:id="rId19"/>
    <p:sldId id="331" r:id="rId20"/>
    <p:sldId id="332" r:id="rId21"/>
    <p:sldId id="320" r:id="rId22"/>
    <p:sldId id="318" r:id="rId23"/>
    <p:sldId id="299" r:id="rId24"/>
    <p:sldId id="308" r:id="rId25"/>
    <p:sldId id="313" r:id="rId26"/>
    <p:sldId id="338" r:id="rId27"/>
    <p:sldId id="260" r:id="rId28"/>
    <p:sldId id="339" r:id="rId29"/>
    <p:sldId id="291" r:id="rId30"/>
    <p:sldId id="307" r:id="rId31"/>
    <p:sldId id="329" r:id="rId32"/>
    <p:sldId id="334" r:id="rId33"/>
    <p:sldId id="330" r:id="rId34"/>
    <p:sldId id="342" r:id="rId35"/>
    <p:sldId id="340" r:id="rId36"/>
    <p:sldId id="341" r:id="rId37"/>
    <p:sldId id="327" r:id="rId38"/>
    <p:sldId id="326" r:id="rId39"/>
    <p:sldId id="280" r:id="rId40"/>
    <p:sldId id="28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70"/>
    <p:restoredTop sz="94711"/>
  </p:normalViewPr>
  <p:slideViewPr>
    <p:cSldViewPr snapToGrid="0">
      <p:cViewPr varScale="1">
        <p:scale>
          <a:sx n="170" d="100"/>
          <a:sy n="170" d="100"/>
        </p:scale>
        <p:origin x="18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Woodruff" userId="2dbf025665e4d94d" providerId="LiveId" clId="{50E78C5F-1592-48D2-9537-DF657D25DAA2}"/>
    <pc:docChg chg="undo custSel addSld delSld modSld">
      <pc:chgData name="Chris Woodruff" userId="2dbf025665e4d94d" providerId="LiveId" clId="{50E78C5F-1592-48D2-9537-DF657D25DAA2}" dt="2024-11-14T11:43:04.165" v="305" actId="478"/>
      <pc:docMkLst>
        <pc:docMk/>
      </pc:docMkLst>
      <pc:sldChg chg="addSp delSp modSp mod">
        <pc:chgData name="Chris Woodruff" userId="2dbf025665e4d94d" providerId="LiveId" clId="{50E78C5F-1592-48D2-9537-DF657D25DAA2}" dt="2024-11-14T11:19:28.903" v="77" actId="1076"/>
        <pc:sldMkLst>
          <pc:docMk/>
          <pc:sldMk cId="3386384366" sldId="257"/>
        </pc:sldMkLst>
      </pc:sldChg>
      <pc:sldChg chg="addSp delSp add del setBg delDesignElem">
        <pc:chgData name="Chris Woodruff" userId="2dbf025665e4d94d" providerId="LiveId" clId="{50E78C5F-1592-48D2-9537-DF657D25DAA2}" dt="2024-11-14T11:36:59.286" v="258"/>
        <pc:sldMkLst>
          <pc:docMk/>
          <pc:sldMk cId="2430017358" sldId="260"/>
        </pc:sldMkLst>
      </pc:sldChg>
      <pc:sldChg chg="mod modShow">
        <pc:chgData name="Chris Woodruff" userId="2dbf025665e4d94d" providerId="LiveId" clId="{50E78C5F-1592-48D2-9537-DF657D25DAA2}" dt="2024-11-14T11:23:22.058" v="163" actId="729"/>
        <pc:sldMkLst>
          <pc:docMk/>
          <pc:sldMk cId="2153265512" sldId="292"/>
        </pc:sldMkLst>
      </pc:sldChg>
      <pc:sldChg chg="addSp delSp modSp mod">
        <pc:chgData name="Chris Woodruff" userId="2dbf025665e4d94d" providerId="LiveId" clId="{50E78C5F-1592-48D2-9537-DF657D25DAA2}" dt="2024-11-14T11:22:37.868" v="158" actId="1036"/>
        <pc:sldMkLst>
          <pc:docMk/>
          <pc:sldMk cId="1640912890" sldId="295"/>
        </pc:sldMkLst>
      </pc:sldChg>
      <pc:sldChg chg="addSp delSp modSp mod">
        <pc:chgData name="Chris Woodruff" userId="2dbf025665e4d94d" providerId="LiveId" clId="{50E78C5F-1592-48D2-9537-DF657D25DAA2}" dt="2024-11-14T11:23:27.362" v="165" actId="22"/>
        <pc:sldMkLst>
          <pc:docMk/>
          <pc:sldMk cId="3803258739" sldId="297"/>
        </pc:sldMkLst>
      </pc:sldChg>
      <pc:sldChg chg="del">
        <pc:chgData name="Chris Woodruff" userId="2dbf025665e4d94d" providerId="LiveId" clId="{50E78C5F-1592-48D2-9537-DF657D25DAA2}" dt="2024-11-14T11:29:59.388" v="171" actId="47"/>
        <pc:sldMkLst>
          <pc:docMk/>
          <pc:sldMk cId="2340466439" sldId="305"/>
        </pc:sldMkLst>
      </pc:sldChg>
      <pc:sldChg chg="del">
        <pc:chgData name="Chris Woodruff" userId="2dbf025665e4d94d" providerId="LiveId" clId="{50E78C5F-1592-48D2-9537-DF657D25DAA2}" dt="2024-11-14T11:29:59.388" v="171" actId="47"/>
        <pc:sldMkLst>
          <pc:docMk/>
          <pc:sldMk cId="2899664808" sldId="306"/>
        </pc:sldMkLst>
      </pc:sldChg>
      <pc:sldChg chg="modSp del mod">
        <pc:chgData name="Chris Woodruff" userId="2dbf025665e4d94d" providerId="LiveId" clId="{50E78C5F-1592-48D2-9537-DF657D25DAA2}" dt="2024-11-14T11:29:59.388" v="171" actId="47"/>
        <pc:sldMkLst>
          <pc:docMk/>
          <pc:sldMk cId="1449132614" sldId="325"/>
        </pc:sldMkLst>
      </pc:sldChg>
      <pc:sldChg chg="addSp delSp modSp mod">
        <pc:chgData name="Chris Woodruff" userId="2dbf025665e4d94d" providerId="LiveId" clId="{50E78C5F-1592-48D2-9537-DF657D25DAA2}" dt="2024-11-14T11:42:36.168" v="303" actId="478"/>
        <pc:sldMkLst>
          <pc:docMk/>
          <pc:sldMk cId="4071981889" sldId="330"/>
        </pc:sldMkLst>
      </pc:sldChg>
      <pc:sldChg chg="addSp delSp modSp new del mod modClrScheme chgLayout">
        <pc:chgData name="Chris Woodruff" userId="2dbf025665e4d94d" providerId="LiveId" clId="{50E78C5F-1592-48D2-9537-DF657D25DAA2}" dt="2024-11-13T11:11:49.407" v="10" actId="47"/>
        <pc:sldMkLst>
          <pc:docMk/>
          <pc:sldMk cId="3325612345" sldId="335"/>
        </pc:sldMkLst>
      </pc:sldChg>
      <pc:sldChg chg="addSp delSp modSp add mod delAnim">
        <pc:chgData name="Chris Woodruff" userId="2dbf025665e4d94d" providerId="LiveId" clId="{50E78C5F-1592-48D2-9537-DF657D25DAA2}" dt="2024-11-13T11:15:45.015" v="45" actId="14100"/>
        <pc:sldMkLst>
          <pc:docMk/>
          <pc:sldMk cId="762829755" sldId="336"/>
        </pc:sldMkLst>
      </pc:sldChg>
      <pc:sldChg chg="addSp delSp modSp new mod modClrScheme chgLayout">
        <pc:chgData name="Chris Woodruff" userId="2dbf025665e4d94d" providerId="LiveId" clId="{50E78C5F-1592-48D2-9537-DF657D25DAA2}" dt="2024-11-14T11:24:11.104" v="169" actId="207"/>
        <pc:sldMkLst>
          <pc:docMk/>
          <pc:sldMk cId="3691902755" sldId="337"/>
        </pc:sldMkLst>
      </pc:sldChg>
      <pc:sldChg chg="addSp delSp modSp add mod">
        <pc:chgData name="Chris Woodruff" userId="2dbf025665e4d94d" providerId="LiveId" clId="{50E78C5F-1592-48D2-9537-DF657D25DAA2}" dt="2024-11-14T11:33:20.810" v="215" actId="404"/>
        <pc:sldMkLst>
          <pc:docMk/>
          <pc:sldMk cId="1839962901" sldId="338"/>
        </pc:sldMkLst>
      </pc:sldChg>
      <pc:sldChg chg="add del">
        <pc:chgData name="Chris Woodruff" userId="2dbf025665e4d94d" providerId="LiveId" clId="{50E78C5F-1592-48D2-9537-DF657D25DAA2}" dt="2024-11-14T11:36:30.300" v="255"/>
        <pc:sldMkLst>
          <pc:docMk/>
          <pc:sldMk cId="2452896425" sldId="339"/>
        </pc:sldMkLst>
      </pc:sldChg>
      <pc:sldChg chg="delSp modSp add del mod">
        <pc:chgData name="Chris Woodruff" userId="2dbf025665e4d94d" providerId="LiveId" clId="{50E78C5F-1592-48D2-9537-DF657D25DAA2}" dt="2024-11-14T11:36:22.929" v="252" actId="47"/>
        <pc:sldMkLst>
          <pc:docMk/>
          <pc:sldMk cId="2661595783" sldId="339"/>
        </pc:sldMkLst>
      </pc:sldChg>
      <pc:sldChg chg="addSp delSp modSp add mod modAnim">
        <pc:chgData name="Chris Woodruff" userId="2dbf025665e4d94d" providerId="LiveId" clId="{50E78C5F-1592-48D2-9537-DF657D25DAA2}" dt="2024-11-14T11:39:36.703" v="278" actId="1076"/>
        <pc:sldMkLst>
          <pc:docMk/>
          <pc:sldMk cId="1604972964" sldId="340"/>
        </pc:sldMkLst>
      </pc:sldChg>
      <pc:sldChg chg="addSp delSp modSp add mod delAnim">
        <pc:chgData name="Chris Woodruff" userId="2dbf025665e4d94d" providerId="LiveId" clId="{50E78C5F-1592-48D2-9537-DF657D25DAA2}" dt="2024-11-14T11:40:41.290" v="296" actId="2710"/>
        <pc:sldMkLst>
          <pc:docMk/>
          <pc:sldMk cId="470819115" sldId="341"/>
        </pc:sldMkLst>
      </pc:sldChg>
      <pc:sldChg chg="delSp modSp add mod">
        <pc:chgData name="Chris Woodruff" userId="2dbf025665e4d94d" providerId="LiveId" clId="{50E78C5F-1592-48D2-9537-DF657D25DAA2}" dt="2024-11-14T11:42:23.715" v="302" actId="1076"/>
        <pc:sldMkLst>
          <pc:docMk/>
          <pc:sldMk cId="3236431592" sldId="342"/>
        </pc:sldMkLst>
      </pc:sldChg>
      <pc:sldChg chg="delSp add mod">
        <pc:chgData name="Chris Woodruff" userId="2dbf025665e4d94d" providerId="LiveId" clId="{50E78C5F-1592-48D2-9537-DF657D25DAA2}" dt="2024-11-14T11:43:04.165" v="305" actId="478"/>
        <pc:sldMkLst>
          <pc:docMk/>
          <pc:sldMk cId="4028212623" sldId="343"/>
        </pc:sldMkLst>
      </pc:sldChg>
    </pc:docChg>
  </pc:docChgLst>
  <pc:docChgLst>
    <pc:chgData name="Chris Woodruff" userId="2dbf025665e4d94d" providerId="LiveId" clId="{B9200E55-A2CF-0B4A-B8D6-AC61E118C47E}"/>
    <pc:docChg chg="modSld">
      <pc:chgData name="Chris Woodruff" userId="2dbf025665e4d94d" providerId="LiveId" clId="{B9200E55-A2CF-0B4A-B8D6-AC61E118C47E}" dt="2025-07-07T01:19:38.864" v="0" actId="729"/>
      <pc:docMkLst>
        <pc:docMk/>
      </pc:docMkLst>
      <pc:sldChg chg="mod modShow">
        <pc:chgData name="Chris Woodruff" userId="2dbf025665e4d94d" providerId="LiveId" clId="{B9200E55-A2CF-0B4A-B8D6-AC61E118C47E}" dt="2025-07-07T01:19:38.864" v="0" actId="729"/>
        <pc:sldMkLst>
          <pc:docMk/>
          <pc:sldMk cId="2153265512" sldId="292"/>
        </pc:sldMkLst>
      </pc:sldChg>
    </pc:docChg>
  </pc:docChgLst>
  <pc:docChgLst>
    <pc:chgData name="Chris Woodruff" userId="2dbf025665e4d94d" providerId="LiveId" clId="{CF12CBC5-5CF4-48A0-A58F-4ED7EEE9BFA7}"/>
    <pc:docChg chg="undo redo custSel addSld delSld modSld sldOrd delMainMaster">
      <pc:chgData name="Chris Woodruff" userId="2dbf025665e4d94d" providerId="LiveId" clId="{CF12CBC5-5CF4-48A0-A58F-4ED7EEE9BFA7}" dt="2023-03-11T00:05:01.502" v="3490" actId="403"/>
      <pc:docMkLst>
        <pc:docMk/>
      </pc:docMkLst>
      <pc:sldChg chg="addSp delSp modSp new del mod modClrScheme chgLayout">
        <pc:chgData name="Chris Woodruff" userId="2dbf025665e4d94d" providerId="LiveId" clId="{CF12CBC5-5CF4-48A0-A58F-4ED7EEE9BFA7}" dt="2023-02-19T13:29:53.955" v="4" actId="47"/>
        <pc:sldMkLst>
          <pc:docMk/>
          <pc:sldMk cId="608216407" sldId="256"/>
        </pc:sldMkLst>
      </pc:sldChg>
      <pc:sldChg chg="modSp add mod">
        <pc:chgData name="Chris Woodruff" userId="2dbf025665e4d94d" providerId="LiveId" clId="{CF12CBC5-5CF4-48A0-A58F-4ED7EEE9BFA7}" dt="2023-02-19T13:41:56.150" v="73" actId="121"/>
        <pc:sldMkLst>
          <pc:docMk/>
          <pc:sldMk cId="3386384366" sldId="257"/>
        </pc:sldMkLst>
      </pc:sldChg>
      <pc:sldChg chg="add del">
        <pc:chgData name="Chris Woodruff" userId="2dbf025665e4d94d" providerId="LiveId" clId="{CF12CBC5-5CF4-48A0-A58F-4ED7EEE9BFA7}" dt="2023-02-19T13:30:05.433" v="6" actId="47"/>
        <pc:sldMkLst>
          <pc:docMk/>
          <pc:sldMk cId="4004799092" sldId="258"/>
        </pc:sldMkLst>
      </pc:sldChg>
      <pc:sldChg chg="addSp delSp modSp add mod modAnim">
        <pc:chgData name="Chris Woodruff" userId="2dbf025665e4d94d" providerId="LiveId" clId="{CF12CBC5-5CF4-48A0-A58F-4ED7EEE9BFA7}" dt="2023-03-05T23:53:23.353" v="828" actId="1076"/>
        <pc:sldMkLst>
          <pc:docMk/>
          <pc:sldMk cId="3646867380" sldId="278"/>
        </pc:sldMkLst>
      </pc:sldChg>
      <pc:sldChg chg="addSp delSp modSp add mod">
        <pc:chgData name="Chris Woodruff" userId="2dbf025665e4d94d" providerId="LiveId" clId="{CF12CBC5-5CF4-48A0-A58F-4ED7EEE9BFA7}" dt="2023-02-20T11:56:03.384" v="361" actId="962"/>
        <pc:sldMkLst>
          <pc:docMk/>
          <pc:sldMk cId="2437571075" sldId="280"/>
        </pc:sldMkLst>
      </pc:sldChg>
      <pc:sldChg chg="addSp delSp modSp add mod">
        <pc:chgData name="Chris Woodruff" userId="2dbf025665e4d94d" providerId="LiveId" clId="{CF12CBC5-5CF4-48A0-A58F-4ED7EEE9BFA7}" dt="2023-03-04T13:20:14.411" v="630" actId="1076"/>
        <pc:sldMkLst>
          <pc:docMk/>
          <pc:sldMk cId="48932642" sldId="285"/>
        </pc:sldMkLst>
      </pc:sldChg>
      <pc:sldChg chg="delSp modSp del mod">
        <pc:chgData name="Chris Woodruff" userId="2dbf025665e4d94d" providerId="LiveId" clId="{CF12CBC5-5CF4-48A0-A58F-4ED7EEE9BFA7}" dt="2023-03-09T12:56:04.521" v="2422" actId="47"/>
        <pc:sldMkLst>
          <pc:docMk/>
          <pc:sldMk cId="2430281347" sldId="288"/>
        </pc:sldMkLst>
      </pc:sldChg>
      <pc:sldChg chg="addSp delSp modSp add del mod modAnim">
        <pc:chgData name="Chris Woodruff" userId="2dbf025665e4d94d" providerId="LiveId" clId="{CF12CBC5-5CF4-48A0-A58F-4ED7EEE9BFA7}" dt="2023-03-10T11:46:47.065" v="3445" actId="478"/>
        <pc:sldMkLst>
          <pc:docMk/>
          <pc:sldMk cId="2153265512" sldId="292"/>
        </pc:sldMkLst>
      </pc:sldChg>
      <pc:sldChg chg="addSp delSp modSp add mod">
        <pc:chgData name="Chris Woodruff" userId="2dbf025665e4d94d" providerId="LiveId" clId="{CF12CBC5-5CF4-48A0-A58F-4ED7EEE9BFA7}" dt="2023-03-04T13:28:33.915" v="746" actId="14100"/>
        <pc:sldMkLst>
          <pc:docMk/>
          <pc:sldMk cId="1640912890" sldId="295"/>
        </pc:sldMkLst>
      </pc:sldChg>
      <pc:sldChg chg="addSp delSp modSp add mod">
        <pc:chgData name="Chris Woodruff" userId="2dbf025665e4d94d" providerId="LiveId" clId="{CF12CBC5-5CF4-48A0-A58F-4ED7EEE9BFA7}" dt="2023-03-10T11:44:43.171" v="3439" actId="14826"/>
        <pc:sldMkLst>
          <pc:docMk/>
          <pc:sldMk cId="3803258739" sldId="297"/>
        </pc:sldMkLst>
      </pc:sldChg>
      <pc:sldChg chg="addSp delSp modSp add mod">
        <pc:chgData name="Chris Woodruff" userId="2dbf025665e4d94d" providerId="LiveId" clId="{CF12CBC5-5CF4-48A0-A58F-4ED7EEE9BFA7}" dt="2023-03-10T11:41:25.093" v="3437" actId="1076"/>
        <pc:sldMkLst>
          <pc:docMk/>
          <pc:sldMk cId="2947075403" sldId="298"/>
        </pc:sldMkLst>
      </pc:sldChg>
      <pc:sldChg chg="addSp delSp modSp add mod">
        <pc:chgData name="Chris Woodruff" userId="2dbf025665e4d94d" providerId="LiveId" clId="{CF12CBC5-5CF4-48A0-A58F-4ED7EEE9BFA7}" dt="2023-03-09T12:51:38.891" v="2388" actId="478"/>
        <pc:sldMkLst>
          <pc:docMk/>
          <pc:sldMk cId="1253677785" sldId="299"/>
        </pc:sldMkLst>
      </pc:sldChg>
      <pc:sldChg chg="addSp delSp modSp add del mod">
        <pc:chgData name="Chris Woodruff" userId="2dbf025665e4d94d" providerId="LiveId" clId="{CF12CBC5-5CF4-48A0-A58F-4ED7EEE9BFA7}" dt="2023-03-07T15:45:16.918" v="1198" actId="47"/>
        <pc:sldMkLst>
          <pc:docMk/>
          <pc:sldMk cId="263917153" sldId="300"/>
        </pc:sldMkLst>
      </pc:sldChg>
      <pc:sldChg chg="addSp modSp add mod modAnim">
        <pc:chgData name="Chris Woodruff" userId="2dbf025665e4d94d" providerId="LiveId" clId="{CF12CBC5-5CF4-48A0-A58F-4ED7EEE9BFA7}" dt="2023-03-10T11:46:46.388" v="3444"/>
        <pc:sldMkLst>
          <pc:docMk/>
          <pc:sldMk cId="835554608" sldId="301"/>
        </pc:sldMkLst>
      </pc:sldChg>
      <pc:sldChg chg="new del">
        <pc:chgData name="Chris Woodruff" userId="2dbf025665e4d94d" providerId="LiveId" clId="{CF12CBC5-5CF4-48A0-A58F-4ED7EEE9BFA7}" dt="2023-03-04T11:35:52.872" v="432" actId="680"/>
        <pc:sldMkLst>
          <pc:docMk/>
          <pc:sldMk cId="1892030586" sldId="301"/>
        </pc:sldMkLst>
      </pc:sldChg>
      <pc:sldChg chg="addSp modSp add mod modAnim">
        <pc:chgData name="Chris Woodruff" userId="2dbf025665e4d94d" providerId="LiveId" clId="{CF12CBC5-5CF4-48A0-A58F-4ED7EEE9BFA7}" dt="2023-03-09T13:14:53.798" v="2686" actId="404"/>
        <pc:sldMkLst>
          <pc:docMk/>
          <pc:sldMk cId="2455564896" sldId="302"/>
        </pc:sldMkLst>
      </pc:sldChg>
      <pc:sldChg chg="addSp modSp add del mod">
        <pc:chgData name="Chris Woodruff" userId="2dbf025665e4d94d" providerId="LiveId" clId="{CF12CBC5-5CF4-48A0-A58F-4ED7EEE9BFA7}" dt="2023-03-08T13:27:12.121" v="2067" actId="47"/>
        <pc:sldMkLst>
          <pc:docMk/>
          <pc:sldMk cId="3521625838" sldId="303"/>
        </pc:sldMkLst>
      </pc:sldChg>
      <pc:sldChg chg="addSp delSp modSp add mod">
        <pc:chgData name="Chris Woodruff" userId="2dbf025665e4d94d" providerId="LiveId" clId="{CF12CBC5-5CF4-48A0-A58F-4ED7EEE9BFA7}" dt="2023-03-10T02:36:38.771" v="2972" actId="22"/>
        <pc:sldMkLst>
          <pc:docMk/>
          <pc:sldMk cId="1546646107" sldId="304"/>
        </pc:sldMkLst>
      </pc:sldChg>
      <pc:sldChg chg="addSp modSp add mod">
        <pc:chgData name="Chris Woodruff" userId="2dbf025665e4d94d" providerId="LiveId" clId="{CF12CBC5-5CF4-48A0-A58F-4ED7EEE9BFA7}" dt="2023-03-09T13:16:16.545" v="2695" actId="404"/>
        <pc:sldMkLst>
          <pc:docMk/>
          <pc:sldMk cId="2340466439" sldId="305"/>
        </pc:sldMkLst>
      </pc:sldChg>
      <pc:sldChg chg="addSp modSp add mod modAnim">
        <pc:chgData name="Chris Woodruff" userId="2dbf025665e4d94d" providerId="LiveId" clId="{CF12CBC5-5CF4-48A0-A58F-4ED7EEE9BFA7}" dt="2023-03-11T00:05:01.502" v="3490" actId="403"/>
        <pc:sldMkLst>
          <pc:docMk/>
          <pc:sldMk cId="2899664808" sldId="306"/>
        </pc:sldMkLst>
      </pc:sldChg>
      <pc:sldChg chg="addSp delSp modSp add mod">
        <pc:chgData name="Chris Woodruff" userId="2dbf025665e4d94d" providerId="LiveId" clId="{CF12CBC5-5CF4-48A0-A58F-4ED7EEE9BFA7}" dt="2023-03-10T11:57:47.480" v="3456" actId="1076"/>
        <pc:sldMkLst>
          <pc:docMk/>
          <pc:sldMk cId="1691551782" sldId="307"/>
        </pc:sldMkLst>
      </pc:sldChg>
      <pc:sldChg chg="addSp delSp modSp add mod ord">
        <pc:chgData name="Chris Woodruff" userId="2dbf025665e4d94d" providerId="LiveId" clId="{CF12CBC5-5CF4-48A0-A58F-4ED7EEE9BFA7}" dt="2023-03-05T13:28:27.990" v="796"/>
        <pc:sldMkLst>
          <pc:docMk/>
          <pc:sldMk cId="3561765437" sldId="308"/>
        </pc:sldMkLst>
      </pc:sldChg>
      <pc:sldChg chg="modSp add del mod">
        <pc:chgData name="Chris Woodruff" userId="2dbf025665e4d94d" providerId="LiveId" clId="{CF12CBC5-5CF4-48A0-A58F-4ED7EEE9BFA7}" dt="2023-03-07T15:45:16.918" v="1198" actId="47"/>
        <pc:sldMkLst>
          <pc:docMk/>
          <pc:sldMk cId="1676778873" sldId="309"/>
        </pc:sldMkLst>
      </pc:sldChg>
      <pc:sldChg chg="addSp delSp modSp add del mod">
        <pc:chgData name="Chris Woodruff" userId="2dbf025665e4d94d" providerId="LiveId" clId="{CF12CBC5-5CF4-48A0-A58F-4ED7EEE9BFA7}" dt="2023-03-07T15:45:16.918" v="1198" actId="47"/>
        <pc:sldMkLst>
          <pc:docMk/>
          <pc:sldMk cId="3417890019" sldId="310"/>
        </pc:sldMkLst>
      </pc:sldChg>
      <pc:sldChg chg="addSp delSp modSp add del mod">
        <pc:chgData name="Chris Woodruff" userId="2dbf025665e4d94d" providerId="LiveId" clId="{CF12CBC5-5CF4-48A0-A58F-4ED7EEE9BFA7}" dt="2023-03-07T15:45:16.918" v="1198" actId="47"/>
        <pc:sldMkLst>
          <pc:docMk/>
          <pc:sldMk cId="3687895351" sldId="311"/>
        </pc:sldMkLst>
      </pc:sldChg>
      <pc:sldChg chg="delSp modSp add del mod">
        <pc:chgData name="Chris Woodruff" userId="2dbf025665e4d94d" providerId="LiveId" clId="{CF12CBC5-5CF4-48A0-A58F-4ED7EEE9BFA7}" dt="2023-03-09T13:04:57.066" v="2581" actId="47"/>
        <pc:sldMkLst>
          <pc:docMk/>
          <pc:sldMk cId="3719288918" sldId="312"/>
        </pc:sldMkLst>
      </pc:sldChg>
      <pc:sldChg chg="new del">
        <pc:chgData name="Chris Woodruff" userId="2dbf025665e4d94d" providerId="LiveId" clId="{CF12CBC5-5CF4-48A0-A58F-4ED7EEE9BFA7}" dt="2023-03-04T13:25:17.189" v="634" actId="680"/>
        <pc:sldMkLst>
          <pc:docMk/>
          <pc:sldMk cId="4173492599" sldId="312"/>
        </pc:sldMkLst>
      </pc:sldChg>
      <pc:sldChg chg="modSp add mod">
        <pc:chgData name="Chris Woodruff" userId="2dbf025665e4d94d" providerId="LiveId" clId="{CF12CBC5-5CF4-48A0-A58F-4ED7EEE9BFA7}" dt="2023-03-05T13:32:46.885" v="817" actId="20577"/>
        <pc:sldMkLst>
          <pc:docMk/>
          <pc:sldMk cId="3049342748" sldId="313"/>
        </pc:sldMkLst>
      </pc:sldChg>
      <pc:sldChg chg="new del">
        <pc:chgData name="Chris Woodruff" userId="2dbf025665e4d94d" providerId="LiveId" clId="{CF12CBC5-5CF4-48A0-A58F-4ED7EEE9BFA7}" dt="2023-03-05T23:52:32.483" v="820" actId="680"/>
        <pc:sldMkLst>
          <pc:docMk/>
          <pc:sldMk cId="1775021560" sldId="314"/>
        </pc:sldMkLst>
      </pc:sldChg>
      <pc:sldChg chg="addSp delSp modSp add mod delAnim modAnim">
        <pc:chgData name="Chris Woodruff" userId="2dbf025665e4d94d" providerId="LiveId" clId="{CF12CBC5-5CF4-48A0-A58F-4ED7EEE9BFA7}" dt="2023-03-09T13:11:35.429" v="2653" actId="14100"/>
        <pc:sldMkLst>
          <pc:docMk/>
          <pc:sldMk cId="1835766150" sldId="314"/>
        </pc:sldMkLst>
      </pc:sldChg>
      <pc:sldChg chg="add del">
        <pc:chgData name="Chris Woodruff" userId="2dbf025665e4d94d" providerId="LiveId" clId="{CF12CBC5-5CF4-48A0-A58F-4ED7EEE9BFA7}" dt="2023-03-06T01:10:20.620" v="863"/>
        <pc:sldMkLst>
          <pc:docMk/>
          <pc:sldMk cId="907346280" sldId="315"/>
        </pc:sldMkLst>
      </pc:sldChg>
      <pc:sldChg chg="addSp modSp add del">
        <pc:chgData name="Chris Woodruff" userId="2dbf025665e4d94d" providerId="LiveId" clId="{CF12CBC5-5CF4-48A0-A58F-4ED7EEE9BFA7}" dt="2023-03-07T15:45:16.918" v="1198" actId="47"/>
        <pc:sldMkLst>
          <pc:docMk/>
          <pc:sldMk cId="1501774739" sldId="315"/>
        </pc:sldMkLst>
      </pc:sldChg>
      <pc:sldChg chg="addSp modSp add mod">
        <pc:chgData name="Chris Woodruff" userId="2dbf025665e4d94d" providerId="LiveId" clId="{CF12CBC5-5CF4-48A0-A58F-4ED7EEE9BFA7}" dt="2023-03-10T02:33:31.973" v="2931" actId="14100"/>
        <pc:sldMkLst>
          <pc:docMk/>
          <pc:sldMk cId="1387294262" sldId="316"/>
        </pc:sldMkLst>
      </pc:sldChg>
      <pc:sldChg chg="addSp modSp add mod modAnim">
        <pc:chgData name="Chris Woodruff" userId="2dbf025665e4d94d" providerId="LiveId" clId="{CF12CBC5-5CF4-48A0-A58F-4ED7EEE9BFA7}" dt="2023-03-09T13:13:13.652" v="2670" actId="1076"/>
        <pc:sldMkLst>
          <pc:docMk/>
          <pc:sldMk cId="3869421071" sldId="317"/>
        </pc:sldMkLst>
      </pc:sldChg>
      <pc:sldChg chg="addSp modSp add mod modAnim">
        <pc:chgData name="Chris Woodruff" userId="2dbf025665e4d94d" providerId="LiveId" clId="{CF12CBC5-5CF4-48A0-A58F-4ED7EEE9BFA7}" dt="2023-03-10T11:53:02.413" v="3449"/>
        <pc:sldMkLst>
          <pc:docMk/>
          <pc:sldMk cId="2841194485" sldId="318"/>
        </pc:sldMkLst>
      </pc:sldChg>
      <pc:sldChg chg="addSp delSp modSp add del mod">
        <pc:chgData name="Chris Woodruff" userId="2dbf025665e4d94d" providerId="LiveId" clId="{CF12CBC5-5CF4-48A0-A58F-4ED7EEE9BFA7}" dt="2023-03-07T16:07:32.391" v="1481" actId="47"/>
        <pc:sldMkLst>
          <pc:docMk/>
          <pc:sldMk cId="2212496852" sldId="319"/>
        </pc:sldMkLst>
      </pc:sldChg>
      <pc:sldChg chg="addSp delSp modSp add mod">
        <pc:chgData name="Chris Woodruff" userId="2dbf025665e4d94d" providerId="LiveId" clId="{CF12CBC5-5CF4-48A0-A58F-4ED7EEE9BFA7}" dt="2023-03-10T02:44:45.408" v="3099" actId="14100"/>
        <pc:sldMkLst>
          <pc:docMk/>
          <pc:sldMk cId="2257498372" sldId="320"/>
        </pc:sldMkLst>
      </pc:sldChg>
      <pc:sldChg chg="addSp delSp modSp add mod ord modAnim">
        <pc:chgData name="Chris Woodruff" userId="2dbf025665e4d94d" providerId="LiveId" clId="{CF12CBC5-5CF4-48A0-A58F-4ED7EEE9BFA7}" dt="2023-03-08T13:17:39.609" v="2005" actId="22"/>
        <pc:sldMkLst>
          <pc:docMk/>
          <pc:sldMk cId="3273778021" sldId="321"/>
        </pc:sldMkLst>
      </pc:sldChg>
      <pc:sldChg chg="modSp add modAnim">
        <pc:chgData name="Chris Woodruff" userId="2dbf025665e4d94d" providerId="LiveId" clId="{CF12CBC5-5CF4-48A0-A58F-4ED7EEE9BFA7}" dt="2023-03-08T13:18:19.801" v="2063"/>
        <pc:sldMkLst>
          <pc:docMk/>
          <pc:sldMk cId="919709343" sldId="322"/>
        </pc:sldMkLst>
      </pc:sldChg>
      <pc:sldChg chg="modSp add del mod">
        <pc:chgData name="Chris Woodruff" userId="2dbf025665e4d94d" providerId="LiveId" clId="{CF12CBC5-5CF4-48A0-A58F-4ED7EEE9BFA7}" dt="2023-03-09T13:15:47.731" v="2693" actId="14100"/>
        <pc:sldMkLst>
          <pc:docMk/>
          <pc:sldMk cId="3214690758" sldId="323"/>
        </pc:sldMkLst>
      </pc:sldChg>
      <pc:sldChg chg="add del">
        <pc:chgData name="Chris Woodruff" userId="2dbf025665e4d94d" providerId="LiveId" clId="{CF12CBC5-5CF4-48A0-A58F-4ED7EEE9BFA7}" dt="2023-03-09T13:16:37.091" v="2696" actId="47"/>
        <pc:sldMkLst>
          <pc:docMk/>
          <pc:sldMk cId="3714100615" sldId="324"/>
        </pc:sldMkLst>
      </pc:sldChg>
      <pc:sldChg chg="addSp delSp modSp add mod">
        <pc:chgData name="Chris Woodruff" userId="2dbf025665e4d94d" providerId="LiveId" clId="{CF12CBC5-5CF4-48A0-A58F-4ED7EEE9BFA7}" dt="2023-03-09T13:17:01.277" v="2699" actId="113"/>
        <pc:sldMkLst>
          <pc:docMk/>
          <pc:sldMk cId="1449132614" sldId="325"/>
        </pc:sldMkLst>
      </pc:sldChg>
      <pc:sldChg chg="addSp delSp modSp add mod">
        <pc:chgData name="Chris Woodruff" userId="2dbf025665e4d94d" providerId="LiveId" clId="{CF12CBC5-5CF4-48A0-A58F-4ED7EEE9BFA7}" dt="2023-03-09T13:04:50.468" v="2580" actId="1076"/>
        <pc:sldMkLst>
          <pc:docMk/>
          <pc:sldMk cId="3645294761" sldId="326"/>
        </pc:sldMkLst>
      </pc:sldChg>
      <pc:sldChg chg="addSp modSp add mod">
        <pc:chgData name="Chris Woodruff" userId="2dbf025665e4d94d" providerId="LiveId" clId="{CF12CBC5-5CF4-48A0-A58F-4ED7EEE9BFA7}" dt="2023-03-09T13:20:57.641" v="2775" actId="404"/>
        <pc:sldMkLst>
          <pc:docMk/>
          <pc:sldMk cId="2715783471" sldId="327"/>
        </pc:sldMkLst>
      </pc:sldChg>
      <pc:sldChg chg="delSp add del mod">
        <pc:chgData name="Chris Woodruff" userId="2dbf025665e4d94d" providerId="LiveId" clId="{CF12CBC5-5CF4-48A0-A58F-4ED7EEE9BFA7}" dt="2023-03-10T11:56:33.302" v="3451" actId="47"/>
        <pc:sldMkLst>
          <pc:docMk/>
          <pc:sldMk cId="3360421178" sldId="328"/>
        </pc:sldMkLst>
      </pc:sldChg>
      <pc:sldChg chg="addSp delSp modSp add mod delAnim modAnim">
        <pc:chgData name="Chris Woodruff" userId="2dbf025665e4d94d" providerId="LiveId" clId="{CF12CBC5-5CF4-48A0-A58F-4ED7EEE9BFA7}" dt="2023-03-10T11:58:19.639" v="3459"/>
        <pc:sldMkLst>
          <pc:docMk/>
          <pc:sldMk cId="4089500166" sldId="329"/>
        </pc:sldMkLst>
      </pc:sldChg>
      <pc:sldChg chg="addSp delSp modSp add mod">
        <pc:chgData name="Chris Woodruff" userId="2dbf025665e4d94d" providerId="LiveId" clId="{CF12CBC5-5CF4-48A0-A58F-4ED7EEE9BFA7}" dt="2023-03-10T02:49:58.032" v="3170" actId="14100"/>
        <pc:sldMkLst>
          <pc:docMk/>
          <pc:sldMk cId="4071981889" sldId="330"/>
        </pc:sldMkLst>
      </pc:sldChg>
      <pc:sldChg chg="addSp delSp modSp add mod ord">
        <pc:chgData name="Chris Woodruff" userId="2dbf025665e4d94d" providerId="LiveId" clId="{CF12CBC5-5CF4-48A0-A58F-4ED7EEE9BFA7}" dt="2023-03-09T13:33:00.284" v="2919" actId="20577"/>
        <pc:sldMkLst>
          <pc:docMk/>
          <pc:sldMk cId="3722745890" sldId="331"/>
        </pc:sldMkLst>
      </pc:sldChg>
      <pc:sldChg chg="modSp add mod">
        <pc:chgData name="Chris Woodruff" userId="2dbf025665e4d94d" providerId="LiveId" clId="{CF12CBC5-5CF4-48A0-A58F-4ED7EEE9BFA7}" dt="2023-03-09T13:32:46.687" v="2915"/>
        <pc:sldMkLst>
          <pc:docMk/>
          <pc:sldMk cId="717496622" sldId="332"/>
        </pc:sldMkLst>
      </pc:sldChg>
      <pc:sldChg chg="addSp delSp modSp add mod">
        <pc:chgData name="Chris Woodruff" userId="2dbf025665e4d94d" providerId="LiveId" clId="{CF12CBC5-5CF4-48A0-A58F-4ED7EEE9BFA7}" dt="2023-03-10T02:39:01.860" v="3095" actId="14100"/>
        <pc:sldMkLst>
          <pc:docMk/>
          <pc:sldMk cId="3666640609" sldId="333"/>
        </pc:sldMkLst>
      </pc:sldChg>
      <pc:sldChg chg="delSp modSp add mod">
        <pc:chgData name="Chris Woodruff" userId="2dbf025665e4d94d" providerId="LiveId" clId="{CF12CBC5-5CF4-48A0-A58F-4ED7EEE9BFA7}" dt="2023-03-10T02:54:56.582" v="3216" actId="1076"/>
        <pc:sldMkLst>
          <pc:docMk/>
          <pc:sldMk cId="1134737387" sldId="334"/>
        </pc:sldMkLst>
      </pc:sldChg>
      <pc:sldChg chg="new del">
        <pc:chgData name="Chris Woodruff" userId="2dbf025665e4d94d" providerId="LiveId" clId="{CF12CBC5-5CF4-48A0-A58F-4ED7EEE9BFA7}" dt="2023-03-10T11:20:36.513" v="3218" actId="47"/>
        <pc:sldMkLst>
          <pc:docMk/>
          <pc:sldMk cId="3197588491" sldId="335"/>
        </pc:sldMkLst>
      </pc:sldChg>
      <pc:sldMasterChg chg="addSldLayout">
        <pc:chgData name="Chris Woodruff" userId="2dbf025665e4d94d" providerId="LiveId" clId="{CF12CBC5-5CF4-48A0-A58F-4ED7EEE9BFA7}" dt="2023-02-19T13:29:10.296" v="0" actId="680"/>
        <pc:sldMasterMkLst>
          <pc:docMk/>
          <pc:sldMasterMk cId="2907433350" sldId="2147483648"/>
        </pc:sldMasterMkLst>
        <pc:sldLayoutChg chg="add">
          <pc:chgData name="Chris Woodruff" userId="2dbf025665e4d94d" providerId="LiveId" clId="{CF12CBC5-5CF4-48A0-A58F-4ED7EEE9BFA7}" dt="2023-02-19T13:29:10.296" v="0" actId="680"/>
          <pc:sldLayoutMkLst>
            <pc:docMk/>
            <pc:sldMasterMk cId="2907433350" sldId="2147483648"/>
            <pc:sldLayoutMk cId="4221324403" sldId="2147483649"/>
          </pc:sldLayoutMkLst>
        </pc:sldLayoutChg>
      </pc:sldMasterChg>
      <pc:sldMasterChg chg="del delSldLayout">
        <pc:chgData name="Chris Woodruff" userId="2dbf025665e4d94d" providerId="LiveId" clId="{CF12CBC5-5CF4-48A0-A58F-4ED7EEE9BFA7}" dt="2023-03-09T12:56:04.521" v="2422" actId="47"/>
        <pc:sldMasterMkLst>
          <pc:docMk/>
          <pc:sldMasterMk cId="1687762587" sldId="2147483682"/>
        </pc:sldMasterMkLst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4247617539" sldId="2147483683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550414345" sldId="2147483684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973340880" sldId="2147483685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2830109847" sldId="2147483686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807932059" sldId="2147483687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772112579" sldId="2147483688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4220406367" sldId="2147483689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427094417" sldId="2147483690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612063472" sldId="2147483691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792843707" sldId="2147483692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4000935374" sldId="2147483693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2905356855" sldId="2147483694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1030739500" sldId="2147483695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609699862" sldId="2147483696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2275975484" sldId="2147483697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302847574" sldId="2147483698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324499797" sldId="2147483699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762805378" sldId="2147483700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67749416" sldId="2147483701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430428217" sldId="2147483702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920028398" sldId="2147483703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246748222" sldId="2147483704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1513872651" sldId="2147483705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544939028" sldId="2147483706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2634813525" sldId="2147483707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147328275" sldId="2147483708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1233248146" sldId="2147483709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478588968" sldId="2147483710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3372356733" sldId="2147483711"/>
          </pc:sldLayoutMkLst>
        </pc:sldLayoutChg>
        <pc:sldLayoutChg chg="del">
          <pc:chgData name="Chris Woodruff" userId="2dbf025665e4d94d" providerId="LiveId" clId="{CF12CBC5-5CF4-48A0-A58F-4ED7EEE9BFA7}" dt="2023-03-09T12:56:04.521" v="2422" actId="47"/>
          <pc:sldLayoutMkLst>
            <pc:docMk/>
            <pc:sldMasterMk cId="1687762587" sldId="2147483682"/>
            <pc:sldLayoutMk cId="2229430385" sldId="2147483712"/>
          </pc:sldLayoutMkLst>
        </pc:sldLayoutChg>
      </pc:sldMasterChg>
    </pc:docChg>
  </pc:docChgLst>
  <pc:docChgLst>
    <pc:chgData name="Chris Woodruff" userId="2dbf025665e4d94d" providerId="LiveId" clId="{51925F9E-6053-EB4C-94CD-33F2376F8FAE}"/>
    <pc:docChg chg="modSld">
      <pc:chgData name="Chris Woodruff" userId="2dbf025665e4d94d" providerId="LiveId" clId="{51925F9E-6053-EB4C-94CD-33F2376F8FAE}" dt="2024-11-03T10:57:35.179" v="2"/>
      <pc:docMkLst>
        <pc:docMk/>
      </pc:docMkLst>
      <pc:sldChg chg="modSp mod">
        <pc:chgData name="Chris Woodruff" userId="2dbf025665e4d94d" providerId="LiveId" clId="{51925F9E-6053-EB4C-94CD-33F2376F8FAE}" dt="2024-11-03T10:57:35.179" v="2"/>
        <pc:sldMkLst>
          <pc:docMk/>
          <pc:sldMk cId="3386384366" sldId="257"/>
        </pc:sldMkLst>
      </pc:sldChg>
      <pc:sldChg chg="modSp">
        <pc:chgData name="Chris Woodruff" userId="2dbf025665e4d94d" providerId="LiveId" clId="{51925F9E-6053-EB4C-94CD-33F2376F8FAE}" dt="2024-11-03T10:57:35.179" v="2"/>
        <pc:sldMkLst>
          <pc:docMk/>
          <pc:sldMk cId="2437571075" sldId="280"/>
        </pc:sldMkLst>
      </pc:sldChg>
      <pc:sldChg chg="modSp">
        <pc:chgData name="Chris Woodruff" userId="2dbf025665e4d94d" providerId="LiveId" clId="{51925F9E-6053-EB4C-94CD-33F2376F8FAE}" dt="2024-11-03T10:57:35.179" v="2"/>
        <pc:sldMkLst>
          <pc:docMk/>
          <pc:sldMk cId="1640912890" sldId="295"/>
        </pc:sldMkLst>
      </pc:sldChg>
      <pc:sldChg chg="modSp">
        <pc:chgData name="Chris Woodruff" userId="2dbf025665e4d94d" providerId="LiveId" clId="{51925F9E-6053-EB4C-94CD-33F2376F8FAE}" dt="2024-11-03T10:57:35.179" v="2"/>
        <pc:sldMkLst>
          <pc:docMk/>
          <pc:sldMk cId="3803258739" sldId="297"/>
        </pc:sldMkLst>
      </pc:sldChg>
      <pc:sldChg chg="modSp">
        <pc:chgData name="Chris Woodruff" userId="2dbf025665e4d94d" providerId="LiveId" clId="{51925F9E-6053-EB4C-94CD-33F2376F8FAE}" dt="2024-11-03T10:57:35.179" v="2"/>
        <pc:sldMkLst>
          <pc:docMk/>
          <pc:sldMk cId="2947075403" sldId="29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6-20T09:14:36.5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0 160,'933'0,"-785"5,24 10,115 5,162-20,-206-1,108 9,154-2,-305-7,-34 0,234 4,-292 6,96 22,27 2,-150-28,64-5,23 0,904 12,-722-14,-41-5,132 0,-272 9,-133-4,-1-1,15-4,40-4,486-17,-503 26,-9 1,55-8,-75 2,27-3,0 3,29 2,2245 7,-1399-3,-777-6,9 0,379 7,-530-1,1-2,-1 0,2-3,1 1,0 1,17 0,255 4,14 0,-204-6,27-1,-76 7,516-10,-148 6,-252 5,1033-1,-953 14,-25-1,-141-12,148 5,30 1,-237-4,0 2,0 2,3 1,1 1,0-2,12 0,121 1,53-10,-62 1,235 14,52 0,-142-13,81-1,-313-4,1-4,5-3,-69 10,51-5,0 2,3 3,0 1,51-10,-88 7,69-11,0 5,52 2,-134 8,245-4,207-30,-354 25,60 4,-6 4,2-8,37-10,27-14,-155 22,-17 2,7-5,-43 10,1 0,-1 2,1 1,21 3,-5-2,285 1,-311 0,0 0,9 3,28 3,-29-5,0 1,15 5,2 0,-20-5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97F60-1F99-4AD6-8A3D-18954B09A78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B2B52-4BD2-457C-A852-AD551FB17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7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BB8967-9FEF-7B47-828F-64A53CE4132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A90C4-79FB-F24F-A610-055C8DF175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18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361332F-9DAA-DF43-A457-99744A3871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4706" y="20650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E606A-7174-AB4B-B027-11F0B815E4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21881" y="20650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886C985-B572-9444-B85C-7964F7DB5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8905" y="20650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26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9C0A755-DBEE-EF44-9940-E1E913959C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10213" y="1123372"/>
            <a:ext cx="3656965" cy="2305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66FB2-7E9E-9E46-9657-E5BFC4AB16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67986" y="2978727"/>
            <a:ext cx="3663894" cy="274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69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9A4FE8F-6495-D14D-9F96-667FF7C97F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74" y="678873"/>
            <a:ext cx="3672411" cy="2750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178CA9-B6DE-C743-B157-DC79CAAACC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3674" y="3429000"/>
            <a:ext cx="3672411" cy="274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9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1E3142-54B5-6446-957A-3D8FD6DC93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84104" y="1600200"/>
            <a:ext cx="3200079" cy="411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0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FC05B4F-3252-DC4A-88DC-2323D5572C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397" y="4343400"/>
            <a:ext cx="2756618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8DDF5DB-81C9-314E-AB55-FD4CC65043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0985" y="4343400"/>
            <a:ext cx="2762426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743091B-3BC3-5F42-B437-ECEE6FA57E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29208" y="4343400"/>
            <a:ext cx="2753040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9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DDA22F1-ED6A-6F42-BFB1-693024AF34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28414" y="1136469"/>
            <a:ext cx="6389401" cy="4578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3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D315D77-E253-5C4B-B026-DC67B78326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16243" y="698500"/>
            <a:ext cx="1820131" cy="1816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CFB98-34FD-F14C-9B9E-4B9BE3A1C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0163" y="4349932"/>
            <a:ext cx="1816211" cy="18222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7F53F48-D27A-7246-AF5F-C207089315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52973" y="2514600"/>
            <a:ext cx="1815598" cy="1835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5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FD03030-6B57-7543-B56D-FA0F9122A5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5653" y="698500"/>
            <a:ext cx="4115872" cy="504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37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2F6A5-0EA0-1949-A5A6-AB5CD22D50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9057" y="685800"/>
            <a:ext cx="4103169" cy="504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037B8A9-EC33-6244-AF79-4A7E60F760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454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C7974C0-8063-C84A-9F91-79CCE2FE76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73078" y="7061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1227D-2AE8-E144-A374-FF88024F63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73078" y="2508250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8617A8F-EA86-1547-BFB9-A2C681733B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73077" y="4324350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40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FEA7E95-0A4F-9144-8FD0-9E50CF6A96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7078" y="685800"/>
            <a:ext cx="5028923" cy="5499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2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DC13D-2DD0-944D-B1E5-6E2DD0DDFA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31098" y="706176"/>
            <a:ext cx="2288410" cy="1630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67C9C47-7F30-3E47-9466-7B4080C17A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1098" y="2508250"/>
            <a:ext cx="2288410" cy="1644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8359FC7-4711-314D-AF2F-01F27DA086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31098" y="4324350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192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B0A12E6-90F4-2949-B213-A1FCE6027F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974" y="2067626"/>
            <a:ext cx="3184901" cy="4088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C43AC7F-3D02-E04B-9701-45C48A359F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1527" y="2067627"/>
            <a:ext cx="3184901" cy="4088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ADAC429-28E2-3F41-91B3-FDDE94B76C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0080" y="2067626"/>
            <a:ext cx="3184901" cy="4088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80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A5965-6BFE-C049-A5FE-A0779CCE0F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3673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95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1DB4502-4661-5641-AF43-FD32692A9D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8357" y="0"/>
            <a:ext cx="698364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860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4A5C4-DF89-2047-8979-4BFE3F4EE6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17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A69D197-1CAF-434D-9148-38EAF5B6FC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98500"/>
            <a:ext cx="3099607" cy="318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C85C64F-79D6-1F45-BC15-964B345EF4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99607" y="698500"/>
            <a:ext cx="3099607" cy="318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B45975D-7D13-7840-88C6-B7B5F95FEC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9215" y="698500"/>
            <a:ext cx="3099607" cy="318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4216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F5963-8839-7F4D-A10A-1797B5D235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7078" y="1600200"/>
            <a:ext cx="5957852" cy="4127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02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FDF91-0592-9941-9D05-C95EA7E57E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79427" y="1587500"/>
            <a:ext cx="4117460" cy="4597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84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D3828-7F40-9947-B075-D8F044F29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7469" y="2476500"/>
            <a:ext cx="4117460" cy="322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727C6A5-E90E-F64C-B8BA-E4D3FA20A1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98500"/>
            <a:ext cx="4117460" cy="3416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97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36BC8-D6AB-1246-BCBC-E3B552F7AA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50151" y="2514600"/>
            <a:ext cx="2732799" cy="365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4A8D8A8-4DA6-2047-A13B-36A0D85A8B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51385" y="2527300"/>
            <a:ext cx="2732799" cy="365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A26A1E3-7D12-2144-908B-5870DC3B23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39915" y="2514600"/>
            <a:ext cx="2745502" cy="3670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139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306FA-AE5D-AF40-82A1-6936260C9D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9781" y="1155700"/>
            <a:ext cx="6859786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737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70606-2CA8-314B-9295-8B00EEB5DC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8312" y="0"/>
            <a:ext cx="7923688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15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C416C06-A4CA-C543-AA54-D20FC29B74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587500"/>
            <a:ext cx="6096000" cy="5270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4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B1A1B-5CF8-2341-B484-2A9F779EDE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4183" y="698500"/>
            <a:ext cx="2756618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C758E78-8D2E-4642-BAD3-D4AC49A0FF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81015" y="3886200"/>
            <a:ext cx="2731211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407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2A9C4-C6CD-654E-A66E-D794CF7C06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02074" y="3721100"/>
            <a:ext cx="2689926" cy="2460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E444FF3-6FEC-5B4D-A2D3-E1A9F332D2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78596" y="692727"/>
            <a:ext cx="2948268" cy="2863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2A3F748-BA46-8842-8027-254327254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0117" y="692727"/>
            <a:ext cx="4061883" cy="2855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0102B7A-51DB-8F4A-86F8-E7F6B015CA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5503" y="3721100"/>
            <a:ext cx="2086115" cy="2460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CA5FE98-DCC4-2C4C-B2E8-907EC0548D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8596" y="3720285"/>
            <a:ext cx="2035699" cy="24722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0162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84AEC3C-CCCC-B94E-A6B0-FDFB02883B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52639" y="-1"/>
            <a:ext cx="5639361" cy="3508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AC0A1-4C5F-D741-929A-3FBBABE51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23696" y="2070100"/>
            <a:ext cx="3188530" cy="2729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7EDA217-AA98-B042-A1C1-A938EC0FEC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26865" y="2293676"/>
            <a:ext cx="3658553" cy="2976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4385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F6B5E-AC20-834A-B1E2-2AC5492F55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1728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14D4-127E-A2A0-640C-C4F6051F0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70F33-78BA-7A96-DEBB-989066A73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484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A90C4-79FB-F24F-A610-055C8DF175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4950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361332F-9DAA-DF43-A457-99744A3871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4706" y="20650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E606A-7174-AB4B-B027-11F0B815E4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21881" y="20650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886C985-B572-9444-B85C-7964F7DB5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8905" y="20650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94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9C0A755-DBEE-EF44-9940-E1E913959C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10213" y="1123372"/>
            <a:ext cx="3656965" cy="2305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66FB2-7E9E-9E46-9657-E5BFC4AB16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67986" y="2978727"/>
            <a:ext cx="3663894" cy="274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35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9A4FE8F-6495-D14D-9F96-667FF7C97F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74" y="678873"/>
            <a:ext cx="3672411" cy="2750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178CA9-B6DE-C743-B157-DC79CAAACC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3674" y="3429000"/>
            <a:ext cx="3672411" cy="2743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4120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1E3142-54B5-6446-957A-3D8FD6DC93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84104" y="1600200"/>
            <a:ext cx="3200079" cy="411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869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FC05B4F-3252-DC4A-88DC-2323D5572C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397" y="4343400"/>
            <a:ext cx="2756618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8DDF5DB-81C9-314E-AB55-FD4CC65043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0985" y="4343400"/>
            <a:ext cx="2762426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743091B-3BC3-5F42-B437-ECEE6FA57E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29208" y="4343400"/>
            <a:ext cx="2753040" cy="251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741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DDA22F1-ED6A-6F42-BFB1-693024AF34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28414" y="1136469"/>
            <a:ext cx="6389401" cy="4578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773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D315D77-E253-5C4B-B026-DC67B78326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16243" y="698500"/>
            <a:ext cx="1820131" cy="1816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CFB98-34FD-F14C-9B9E-4B9BE3A1C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0163" y="4349932"/>
            <a:ext cx="1816211" cy="18222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7F53F48-D27A-7246-AF5F-C207089315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52973" y="2514600"/>
            <a:ext cx="1815598" cy="1835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227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FD03030-6B57-7543-B56D-FA0F9122A5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5653" y="698500"/>
            <a:ext cx="4115872" cy="504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749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2F6A5-0EA0-1949-A5A6-AB5CD22D50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9057" y="685800"/>
            <a:ext cx="4103169" cy="5041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852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037B8A9-EC33-6244-AF79-4A7E60F760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763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C7974C0-8063-C84A-9F91-79CCE2FE76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73078" y="706176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1227D-2AE8-E144-A374-FF88024F63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73078" y="2508250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8617A8F-EA86-1547-BFB9-A2C681733B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73077" y="4324350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0014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FEA7E95-0A4F-9144-8FD0-9E50CF6A96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7078" y="685800"/>
            <a:ext cx="5028923" cy="5499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6889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DC13D-2DD0-944D-B1E5-6E2DD0DDFA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31098" y="706176"/>
            <a:ext cx="2288410" cy="1630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67C9C47-7F30-3E47-9466-7B4080C17A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1098" y="2508250"/>
            <a:ext cx="2288410" cy="1644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8359FC7-4711-314D-AF2F-01F27DA086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31098" y="4324350"/>
            <a:ext cx="2288410" cy="184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741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B0A12E6-90F4-2949-B213-A1FCE6027F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974" y="2067626"/>
            <a:ext cx="3184901" cy="4088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C43AC7F-3D02-E04B-9701-45C48A359F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91527" y="2067627"/>
            <a:ext cx="3184901" cy="4088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ADAC429-28E2-3F41-91B3-FDDE94B76C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50080" y="2067626"/>
            <a:ext cx="3184901" cy="40882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058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A5965-6BFE-C049-A5FE-A0779CCE0F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3673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2938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1DB4502-4661-5641-AF43-FD32692A9D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8357" y="0"/>
            <a:ext cx="698364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740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4A5C4-DF89-2047-8979-4BFE3F4EE6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645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A69D197-1CAF-434D-9148-38EAF5B6FC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698500"/>
            <a:ext cx="3099607" cy="318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C85C64F-79D6-1F45-BC15-964B345EF4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99607" y="698500"/>
            <a:ext cx="3099607" cy="318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B45975D-7D13-7840-88C6-B7B5F95FEC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9215" y="698500"/>
            <a:ext cx="3099607" cy="3187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292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F5963-8839-7F4D-A10A-1797B5D235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7078" y="1600200"/>
            <a:ext cx="5957852" cy="4127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863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FDF91-0592-9941-9D05-C95EA7E57E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79427" y="1587500"/>
            <a:ext cx="4117460" cy="4597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592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D3828-7F40-9947-B075-D8F044F29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7469" y="2476500"/>
            <a:ext cx="4117460" cy="322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727C6A5-E90E-F64C-B8BA-E4D3FA20A1D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98500"/>
            <a:ext cx="4117460" cy="3416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801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36BC8-D6AB-1246-BCBC-E3B552F7AA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50151" y="2514600"/>
            <a:ext cx="2732799" cy="365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4A8D8A8-4DA6-2047-A13B-36A0D85A8B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51385" y="2527300"/>
            <a:ext cx="2732799" cy="365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CA26A1E3-7D12-2144-908B-5870DC3B233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39915" y="2514600"/>
            <a:ext cx="2745502" cy="3670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97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306FA-AE5D-AF40-82A1-6936260C9D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9781" y="1155700"/>
            <a:ext cx="6859786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3224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70606-2CA8-314B-9295-8B00EEB5DC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8312" y="0"/>
            <a:ext cx="7923688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365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C416C06-A4CA-C543-AA54-D20FC29B74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587500"/>
            <a:ext cx="6096000" cy="5270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204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B1A1B-5CF8-2341-B484-2A9F779EDE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4183" y="698500"/>
            <a:ext cx="2756618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C758E78-8D2E-4642-BAD3-D4AC49A0FF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81015" y="3886200"/>
            <a:ext cx="2731211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2512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2A9C4-C6CD-654E-A66E-D794CF7C06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02074" y="3721100"/>
            <a:ext cx="2689926" cy="2460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9E444FF3-6FEC-5B4D-A2D3-E1A9F332D2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78596" y="692727"/>
            <a:ext cx="2948268" cy="2863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2A3F748-BA46-8842-8027-254327254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0117" y="692727"/>
            <a:ext cx="4061883" cy="28556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0102B7A-51DB-8F4A-86F8-E7F6B015CA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5503" y="3721100"/>
            <a:ext cx="2086115" cy="24608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CA5FE98-DCC4-2C4C-B2E8-907EC0548D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8596" y="3720285"/>
            <a:ext cx="2035699" cy="24722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0144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84AEC3C-CCCC-B94E-A6B0-FDFB02883B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52639" y="-1"/>
            <a:ext cx="5639361" cy="3508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AC0A1-4C5F-D741-929A-3FBBABE511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23696" y="2070100"/>
            <a:ext cx="3188530" cy="2729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7EDA217-AA98-B042-A1C1-A938EC0FEC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26865" y="2293676"/>
            <a:ext cx="3658553" cy="2976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09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F6B5E-AC20-834A-B1E2-2AC5492F55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7593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14A4-27AD-417E-BFAC-BE88B219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8F9E5-8882-4EE3-8D12-A5BE8B09E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66FC3-8757-4469-B4E6-3816D522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1C1A3-C7EC-4E45-90A2-F1CD1921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B903-7D94-4CE8-8715-40BC0614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7178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B5D3-FAEB-4BED-B38E-BD97BAE6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AF5BD-F86B-4242-862F-6D7E89CEC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CDBE1-CC4E-4302-BF1B-C9BCA24F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C6C12-0FA6-4DE8-86C6-1934E68A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121D-94A7-46D3-95A1-1ADE1CB6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143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99CC-6209-41AD-8C23-EABC8783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4A8EB-6E00-4ACB-9904-5FB8F6A5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D4CB5-6BEB-45D7-851A-F1D5AD6A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D6A8A-059B-46C3-A530-89AF446E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F819-3813-41DC-8523-F2775776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84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C9D8-2E91-4925-8096-972B16EC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7536-9D2E-4616-8887-D73708506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F8E14-EA7B-4EEC-8E8F-03E84E647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DED05-76BD-4667-8A93-BCBE9661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355BA-16EC-40A2-9D52-2DA8BEED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08374-7E96-431F-9B6A-6A4BE62C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00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F240-F7C9-418B-9E42-835DD671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2F95D-53CB-4E4E-8ED9-4E9D2B41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D9408-BC0D-4F78-9113-AE6E79D99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2927E-2D92-4D1F-9F10-1888D5AA7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7AFF8-E67F-4804-8B01-E80CE5898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CB7BE-DF56-40A4-A799-066F38F8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A82AB-AF87-4772-884A-1E38AC5A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69A8CF-C136-4A8B-8F3D-94DA7FA0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75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F665-ED79-4FC9-AC2C-76A69BE2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F5088-C231-4A95-AC0A-E1C7443D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EA22-E043-49FB-B61B-B79FB310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76125-5028-4E25-8E88-B2B43538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777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F9BDF-EC61-4748-943F-2969A2C9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D36EB-8684-4588-9F05-D6667093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62DCB-8422-4AB3-BF0A-63343FF0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340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CD07-4483-4D92-96B7-5AFA4E3E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BFDB-41CD-4758-8B6C-9F735226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488DE-716D-4B6A-B614-35B3BFBF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5E0BA-4A85-462B-8E0E-03EE57CD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3A79-7FE5-4987-BE11-47C00639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677A8-9E75-4BE1-9013-A521886C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853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DD93-1C34-42E7-8DE7-5FA3392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72D1A-7AC7-430C-884E-411F292E3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32511-89BA-42F2-8FD9-7630E4DE4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AE731-9C61-4CE6-86F6-74ACDB52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C7B42-DC7B-4BE1-987B-A162B5BA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729B3-205D-43A1-98F7-F80C55A2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376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8FB1-DFB7-41E9-B71F-7C5A949B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94D04-65E6-41AF-BE86-818A97189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BAA3D-3827-4E4B-8B70-DB2CA5C9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7A471-04ED-4AD0-BB8C-9C18EFFA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AFED-1EA6-4998-A82E-E0CEA45D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944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2213F-4A60-4009-9D24-0C3352F11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848B3-D552-4534-8E45-6C5F89F6F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9A90-CE52-4CFD-B430-3EF906A1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E5BA-621F-4484-B7F6-FB53107B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5B358-1B99-4693-B469-3295A4D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5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31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</p:sldLayoutIdLst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7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09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7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17D532-FC0D-41EC-B628-8C01AC91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B2E9A-B7FB-40DE-A5FC-06F9E4E5C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E8345-659A-4C74-A006-F326E35CE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8277-8844-4E5E-92A8-FCE82D200765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40487-5D0B-4142-ABD0-84064E2E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E3B8-019E-44AD-8AC4-C2A9675A4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01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23.png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nnected wire-frame lines and dots">
            <a:extLst>
              <a:ext uri="{FF2B5EF4-FFF2-40B4-BE49-F238E27FC236}">
                <a16:creationId xmlns:a16="http://schemas.microsoft.com/office/drawing/2014/main" id="{B1F3D2F0-9D5F-8429-8E82-CA1F754E5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2190413" cy="81269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61DBDE-02E0-1640-B250-990BBF49FF09}"/>
              </a:ext>
            </a:extLst>
          </p:cNvPr>
          <p:cNvSpPr/>
          <p:nvPr/>
        </p:nvSpPr>
        <p:spPr>
          <a:xfrm>
            <a:off x="2630488" y="1823357"/>
            <a:ext cx="9559925" cy="5034643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A94BB-0D70-45AF-9D1A-0D85C4E28679}"/>
              </a:ext>
            </a:extLst>
          </p:cNvPr>
          <p:cNvSpPr txBox="1"/>
          <p:nvPr/>
        </p:nvSpPr>
        <p:spPr>
          <a:xfrm>
            <a:off x="3843947" y="3429000"/>
            <a:ext cx="6942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kern="1000" spc="1500" dirty="0">
                <a:latin typeface="Montserrat SemiBold" panose="00000700000000000000" pitchFamily="50" charset="0"/>
                <a:ea typeface="PT Sans" panose="020B0503020203020204" pitchFamily="34" charset="0"/>
                <a:cs typeface="Montserrat" charset="0"/>
              </a:rPr>
              <a:t>EF 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A4487-3604-4446-A1B7-A52C630F7ACA}"/>
              </a:ext>
            </a:extLst>
          </p:cNvPr>
          <p:cNvSpPr txBox="1"/>
          <p:nvPr/>
        </p:nvSpPr>
        <p:spPr>
          <a:xfrm>
            <a:off x="6204284" y="4737462"/>
            <a:ext cx="4582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300" dirty="0">
                <a:latin typeface="Montserrat Medium" panose="00000600000000000000" pitchFamily="50" charset="0"/>
                <a:ea typeface="Montserrat" charset="0"/>
                <a:cs typeface="Montserrat" charset="0"/>
              </a:rPr>
              <a:t>TURBO CHARGING FOR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08DFD-BA93-4B1E-852F-D7BD87254EFF}"/>
              </a:ext>
            </a:extLst>
          </p:cNvPr>
          <p:cNvSpPr txBox="1"/>
          <p:nvPr/>
        </p:nvSpPr>
        <p:spPr>
          <a:xfrm>
            <a:off x="1859135" y="1805273"/>
            <a:ext cx="5204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i="1" spc="300" dirty="0">
                <a:solidFill>
                  <a:schemeClr val="bg1"/>
                </a:solidFill>
                <a:latin typeface="Montserrat Medium" panose="00000600000000000000" pitchFamily="50" charset="0"/>
                <a:ea typeface="Montserrat" charset="0"/>
                <a:cs typeface="Montserrat" charset="0"/>
              </a:rPr>
              <a:t>Chris Woodruff</a:t>
            </a:r>
          </a:p>
        </p:txBody>
      </p:sp>
    </p:spTree>
    <p:extLst>
      <p:ext uri="{BB962C8B-B14F-4D97-AF65-F5344CB8AC3E}">
        <p14:creationId xmlns:p14="http://schemas.microsoft.com/office/powerpoint/2010/main" val="338638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636C3-4E91-D042-A6F1-7FD053F0864F}"/>
              </a:ext>
            </a:extLst>
          </p:cNvPr>
          <p:cNvSpPr/>
          <p:nvPr/>
        </p:nvSpPr>
        <p:spPr>
          <a:xfrm>
            <a:off x="611188" y="0"/>
            <a:ext cx="7327900" cy="6858000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BDE16-8168-457D-B40E-2397053A105D}"/>
              </a:ext>
            </a:extLst>
          </p:cNvPr>
          <p:cNvSpPr txBox="1"/>
          <p:nvPr/>
        </p:nvSpPr>
        <p:spPr>
          <a:xfrm>
            <a:off x="1582909" y="3060683"/>
            <a:ext cx="3777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spc="300" dirty="0">
                <a:latin typeface="Montserrat Medium" panose="00000600000000000000" pitchFamily="50" charset="0"/>
                <a:ea typeface="Montserrat" charset="0"/>
                <a:cs typeface="Montserrat" charset="0"/>
              </a:rPr>
              <a:t>Chris Woodruff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5D117-BB2D-4526-A6AC-5A0AF4651886}"/>
              </a:ext>
            </a:extLst>
          </p:cNvPr>
          <p:cNvSpPr txBox="1"/>
          <p:nvPr/>
        </p:nvSpPr>
        <p:spPr>
          <a:xfrm>
            <a:off x="1595911" y="4862437"/>
            <a:ext cx="3494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linkedin.com/in/</a:t>
            </a:r>
            <a:r>
              <a:rPr lang="en-US" sz="1600" dirty="0" err="1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chriswoodruff</a:t>
            </a:r>
            <a:r>
              <a:rPr lang="en-US" sz="1600" dirty="0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54BCDD-7F15-9B35-49F0-2159B2FED420}"/>
              </a:ext>
            </a:extLst>
          </p:cNvPr>
          <p:cNvSpPr txBox="1"/>
          <p:nvPr/>
        </p:nvSpPr>
        <p:spPr>
          <a:xfrm>
            <a:off x="1595911" y="6107121"/>
            <a:ext cx="5832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https://</a:t>
            </a:r>
            <a:r>
              <a:rPr lang="en-US" sz="1600" dirty="0" err="1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bsky.app</a:t>
            </a:r>
            <a:r>
              <a:rPr lang="en-US" sz="1600" dirty="0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/profile/</a:t>
            </a:r>
            <a:r>
              <a:rPr lang="en-US" sz="1600" dirty="0" err="1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woodruff.dev</a:t>
            </a:r>
            <a:endParaRPr lang="en-US" sz="1600" dirty="0">
              <a:solidFill>
                <a:sysClr val="windowText" lastClr="000000"/>
              </a:solidFill>
              <a:latin typeface="Montserrat" panose="00000500000000000000" pitchFamily="50" charset="0"/>
              <a:ea typeface="Montserrat" charset="0"/>
              <a:cs typeface="Montserra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28A1E-BFD4-34B9-F4B1-073B92DFE0A4}"/>
              </a:ext>
            </a:extLst>
          </p:cNvPr>
          <p:cNvSpPr txBox="1"/>
          <p:nvPr/>
        </p:nvSpPr>
        <p:spPr>
          <a:xfrm>
            <a:off x="1595911" y="5277935"/>
            <a:ext cx="3148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https://woodruff.dev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A9526-6FAB-2ABA-D029-9B87FA952A20}"/>
              </a:ext>
            </a:extLst>
          </p:cNvPr>
          <p:cNvSpPr txBox="1"/>
          <p:nvPr/>
        </p:nvSpPr>
        <p:spPr>
          <a:xfrm>
            <a:off x="1595911" y="5693433"/>
            <a:ext cx="2595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  <a:latin typeface="Montserrat" panose="00000500000000000000" pitchFamily="50" charset="0"/>
                <a:ea typeface="Montserrat" charset="0"/>
                <a:cs typeface="Montserrat" charset="0"/>
              </a:rPr>
              <a:t>cwoodruff@live.com</a:t>
            </a:r>
          </a:p>
        </p:txBody>
      </p:sp>
      <p:pic>
        <p:nvPicPr>
          <p:cNvPr id="11" name="Picture Placeholder 10" descr="A person with a magnifying glass&#10;&#10;Description automatically generated">
            <a:extLst>
              <a:ext uri="{FF2B5EF4-FFF2-40B4-BE49-F238E27FC236}">
                <a16:creationId xmlns:a16="http://schemas.microsoft.com/office/drawing/2014/main" id="{2615D0FD-EB31-6E42-5254-B37E0F68C3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8" r="91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4091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close-up of a measuring tape&#10;&#10;Description automatically generated with low confidence">
            <a:extLst>
              <a:ext uri="{FF2B5EF4-FFF2-40B4-BE49-F238E27FC236}">
                <a16:creationId xmlns:a16="http://schemas.microsoft.com/office/drawing/2014/main" id="{BBE75F9F-3568-F813-5D36-9B14E2809C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0" b="7790"/>
          <a:stretch>
            <a:fillRect/>
          </a:stretch>
        </p:blipFill>
        <p:spPr>
          <a:xfrm>
            <a:off x="4579956" y="2192215"/>
            <a:ext cx="8294729" cy="4665785"/>
          </a:xfr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C4D017-4EA8-C341-90DB-64E56F282E05}"/>
              </a:ext>
            </a:extLst>
          </p:cNvPr>
          <p:cNvSpPr/>
          <p:nvPr/>
        </p:nvSpPr>
        <p:spPr>
          <a:xfrm>
            <a:off x="623887" y="0"/>
            <a:ext cx="4559301" cy="6863667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EB5BA1-282B-FB48-B227-A859ECCBDBC8}"/>
              </a:ext>
            </a:extLst>
          </p:cNvPr>
          <p:cNvGrpSpPr/>
          <p:nvPr/>
        </p:nvGrpSpPr>
        <p:grpSpPr>
          <a:xfrm>
            <a:off x="1154561" y="908539"/>
            <a:ext cx="3476054" cy="3028224"/>
            <a:chOff x="1565275" y="1817077"/>
            <a:chExt cx="6952107" cy="605644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D700D8A-6F3E-4F01-8BC5-5BDF4E2A017A}"/>
                </a:ext>
              </a:extLst>
            </p:cNvPr>
            <p:cNvSpPr txBox="1"/>
            <p:nvPr/>
          </p:nvSpPr>
          <p:spPr>
            <a:xfrm>
              <a:off x="3159805" y="1817077"/>
              <a:ext cx="5357577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300" dirty="0">
                  <a:latin typeface="Montserrat SemiBold" panose="00000700000000000000" pitchFamily="50" charset="0"/>
                  <a:ea typeface="Montserrat" charset="0"/>
                  <a:cs typeface="Montserrat" charset="0"/>
                </a:rPr>
                <a:t>Looking at EF Core for Perf</a:t>
              </a:r>
            </a:p>
          </p:txBody>
        </p:sp>
        <p:pic>
          <p:nvPicPr>
            <p:cNvPr id="7" name="Graphic 6" descr="Race Car with solid fill">
              <a:extLst>
                <a:ext uri="{FF2B5EF4-FFF2-40B4-BE49-F238E27FC236}">
                  <a16:creationId xmlns:a16="http://schemas.microsoft.com/office/drawing/2014/main" id="{2B14E581-1335-4B58-9325-C8451F732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565275" y="1964773"/>
              <a:ext cx="815760" cy="815760"/>
            </a:xfrm>
            <a:prstGeom prst="rect">
              <a:avLst/>
            </a:prstGeom>
          </p:spPr>
        </p:pic>
        <p:pic>
          <p:nvPicPr>
            <p:cNvPr id="8" name="Graphic 7" descr="Question Mark with solid fill">
              <a:extLst>
                <a:ext uri="{FF2B5EF4-FFF2-40B4-BE49-F238E27FC236}">
                  <a16:creationId xmlns:a16="http://schemas.microsoft.com/office/drawing/2014/main" id="{582D81DE-63CF-493E-94D5-780ECA16D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565275" y="7057764"/>
              <a:ext cx="815760" cy="81576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9B8E1F-607E-496C-9D2F-FE70184F04CA}"/>
                </a:ext>
              </a:extLst>
            </p:cNvPr>
            <p:cNvSpPr txBox="1"/>
            <p:nvPr/>
          </p:nvSpPr>
          <p:spPr>
            <a:xfrm>
              <a:off x="3159805" y="4557759"/>
              <a:ext cx="5357577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300" dirty="0">
                  <a:latin typeface="Montserrat SemiBold" panose="00000700000000000000" pitchFamily="50" charset="0"/>
                  <a:ea typeface="Montserrat" charset="0"/>
                  <a:cs typeface="Montserrat" charset="0"/>
                </a:rPr>
                <a:t>Looking at .NET for Perf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1BF0B2-63A8-438C-BA3D-5502712A950A}"/>
                </a:ext>
              </a:extLst>
            </p:cNvPr>
            <p:cNvSpPr txBox="1"/>
            <p:nvPr/>
          </p:nvSpPr>
          <p:spPr>
            <a:xfrm>
              <a:off x="3197905" y="7057764"/>
              <a:ext cx="531947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spc="300" dirty="0">
                  <a:latin typeface="Montserrat SemiBold" panose="00000700000000000000" pitchFamily="50" charset="0"/>
                  <a:ea typeface="Montserrat" charset="0"/>
                  <a:cs typeface="Montserrat" charset="0"/>
                </a:rPr>
                <a:t>Questions &amp; Answers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E92459-0757-43C6-89D6-EFFF8B43D82C}"/>
              </a:ext>
            </a:extLst>
          </p:cNvPr>
          <p:cNvSpPr txBox="1"/>
          <p:nvPr/>
        </p:nvSpPr>
        <p:spPr>
          <a:xfrm>
            <a:off x="7018742" y="1108594"/>
            <a:ext cx="32764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15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Agenda</a:t>
            </a:r>
          </a:p>
        </p:txBody>
      </p:sp>
      <p:pic>
        <p:nvPicPr>
          <p:cNvPr id="4" name="Picture 3" descr="A black rectangle with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A38A78C3-7178-99FB-6474-EB7A31233C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95" y="2192215"/>
            <a:ext cx="576397" cy="57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7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E7C668-B393-470C-9975-4D2D64E2F495}"/>
              </a:ext>
            </a:extLst>
          </p:cNvPr>
          <p:cNvSpPr txBox="1"/>
          <p:nvPr/>
        </p:nvSpPr>
        <p:spPr>
          <a:xfrm>
            <a:off x="1513949" y="823087"/>
            <a:ext cx="9705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600"/>
            <a:r>
              <a:rPr lang="en-US" sz="3000" spc="300" dirty="0">
                <a:solidFill>
                  <a:prstClr val="black"/>
                </a:solidFill>
                <a:latin typeface="Montserrat SemiBold" panose="00000700000000000000" pitchFamily="50" charset="0"/>
                <a:ea typeface="Montserrat" charset="0"/>
                <a:cs typeface="Montserrat" charset="0"/>
              </a:rPr>
              <a:t>WHAT IS ENTITY FRAMEWORK CORE?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9A48F-E50C-4E30-B4B2-11A40082DADC}"/>
              </a:ext>
            </a:extLst>
          </p:cNvPr>
          <p:cNvSpPr txBox="1"/>
          <p:nvPr/>
        </p:nvSpPr>
        <p:spPr>
          <a:xfrm>
            <a:off x="1494899" y="3127448"/>
            <a:ext cx="2485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600"/>
            <a:r>
              <a:rPr lang="en-US" sz="1200" spc="300" dirty="0">
                <a:solidFill>
                  <a:prstClr val="black"/>
                </a:solidFill>
                <a:latin typeface="Montserrat SemiBold" panose="00000700000000000000" pitchFamily="50" charset="0"/>
                <a:ea typeface="Montserrat" charset="0"/>
                <a:cs typeface="Montserrat" charset="0"/>
              </a:rPr>
              <a:t>100% OPEN 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4DD55-CDB0-4373-B477-71DEE6842B20}"/>
              </a:ext>
            </a:extLst>
          </p:cNvPr>
          <p:cNvSpPr txBox="1"/>
          <p:nvPr/>
        </p:nvSpPr>
        <p:spPr>
          <a:xfrm>
            <a:off x="4689588" y="3125908"/>
            <a:ext cx="2654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600"/>
            <a:r>
              <a:rPr lang="en-US" sz="1200" spc="300" dirty="0">
                <a:solidFill>
                  <a:prstClr val="black"/>
                </a:solidFill>
                <a:latin typeface="Montserrat SemiBold" panose="00000700000000000000" pitchFamily="50" charset="0"/>
                <a:ea typeface="Montserrat" charset="0"/>
                <a:cs typeface="Montserrat" charset="0"/>
              </a:rPr>
              <a:t>CROSS-PLATFORM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98BB9-FC1D-4184-9EB1-33BDDB5A62CD}"/>
              </a:ext>
            </a:extLst>
          </p:cNvPr>
          <p:cNvSpPr txBox="1"/>
          <p:nvPr/>
        </p:nvSpPr>
        <p:spPr>
          <a:xfrm>
            <a:off x="7884278" y="3127448"/>
            <a:ext cx="2414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600"/>
            <a:r>
              <a:rPr lang="en-US" sz="1200" spc="300" dirty="0">
                <a:solidFill>
                  <a:prstClr val="black"/>
                </a:solidFill>
                <a:latin typeface="Montserrat SemiBold" panose="00000700000000000000" pitchFamily="50" charset="0"/>
                <a:ea typeface="Montserrat" charset="0"/>
                <a:cs typeface="Montserrat" charset="0"/>
              </a:rPr>
              <a:t>PERFORMANCE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F4A8A3-1E7F-40D4-9011-09B2ED1B4B7C}"/>
              </a:ext>
            </a:extLst>
          </p:cNvPr>
          <p:cNvSpPr txBox="1"/>
          <p:nvPr/>
        </p:nvSpPr>
        <p:spPr>
          <a:xfrm>
            <a:off x="1473749" y="1377085"/>
            <a:ext cx="267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600"/>
            <a:r>
              <a:rPr lang="en-US" sz="1200" spc="150" dirty="0">
                <a:solidFill>
                  <a:prstClr val="black"/>
                </a:solidFill>
                <a:latin typeface="Montserrat Medium" panose="00000600000000000000" pitchFamily="50" charset="0"/>
                <a:ea typeface="Montserrat" charset="0"/>
                <a:cs typeface="Montserrat" charset="0"/>
              </a:rPr>
              <a:t>Where did it come from?</a:t>
            </a:r>
          </a:p>
        </p:txBody>
      </p:sp>
      <p:pic>
        <p:nvPicPr>
          <p:cNvPr id="22" name="Picture Placeholder 21" descr="A picture containing light&#10;&#10;Description automatically generated">
            <a:extLst>
              <a:ext uri="{FF2B5EF4-FFF2-40B4-BE49-F238E27FC236}">
                <a16:creationId xmlns:a16="http://schemas.microsoft.com/office/drawing/2014/main" id="{4D01D66F-C1E2-E877-6B94-9F117BC8870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r="16625"/>
          <a:stretch>
            <a:fillRect/>
          </a:stretch>
        </p:blipFill>
        <p:spPr>
          <a:xfrm>
            <a:off x="4729163" y="3598863"/>
            <a:ext cx="2752725" cy="2514600"/>
          </a:xfrm>
        </p:spPr>
      </p:pic>
      <p:pic>
        <p:nvPicPr>
          <p:cNvPr id="3074" name="Picture 2" descr="What is &quot;Open Source&quot;?">
            <a:extLst>
              <a:ext uri="{FF2B5EF4-FFF2-40B4-BE49-F238E27FC236}">
                <a16:creationId xmlns:a16="http://schemas.microsoft.com/office/drawing/2014/main" id="{F29D4144-B4D4-45C0-D3D8-C2E52396D51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8" r="19158"/>
          <a:stretch>
            <a:fillRect/>
          </a:stretch>
        </p:blipFill>
        <p:spPr bwMode="auto">
          <a:xfrm>
            <a:off x="1524000" y="3598863"/>
            <a:ext cx="2757488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auge, performance, speed icon">
            <a:extLst>
              <a:ext uri="{FF2B5EF4-FFF2-40B4-BE49-F238E27FC236}">
                <a16:creationId xmlns:a16="http://schemas.microsoft.com/office/drawing/2014/main" id="{2E035F7A-1B95-9BF8-0CD6-90A240F6221B}"/>
              </a:ext>
            </a:extLst>
          </p:cNvPr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3" b="4483"/>
          <a:stretch>
            <a:fillRect/>
          </a:stretch>
        </p:blipFill>
        <p:spPr bwMode="auto">
          <a:xfrm>
            <a:off x="7910513" y="3598863"/>
            <a:ext cx="27622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 descr="Stopwatch with solid fill">
            <a:extLst>
              <a:ext uri="{FF2B5EF4-FFF2-40B4-BE49-F238E27FC236}">
                <a16:creationId xmlns:a16="http://schemas.microsoft.com/office/drawing/2014/main" id="{968D14C1-BFE3-0146-2E3F-DDF677A3DA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0513" y="2562292"/>
            <a:ext cx="501484" cy="501484"/>
          </a:xfrm>
          <a:prstGeom prst="rect">
            <a:avLst/>
          </a:prstGeom>
        </p:spPr>
      </p:pic>
      <p:pic>
        <p:nvPicPr>
          <p:cNvPr id="26" name="Graphic 25" descr="Programmer female with solid fill">
            <a:extLst>
              <a:ext uri="{FF2B5EF4-FFF2-40B4-BE49-F238E27FC236}">
                <a16:creationId xmlns:a16="http://schemas.microsoft.com/office/drawing/2014/main" id="{BF1DE729-E1F5-8A4C-A92A-3DA373D99D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000" y="2562292"/>
            <a:ext cx="501484" cy="501484"/>
          </a:xfrm>
          <a:prstGeom prst="rect">
            <a:avLst/>
          </a:prstGeom>
        </p:spPr>
      </p:pic>
      <p:pic>
        <p:nvPicPr>
          <p:cNvPr id="28" name="Graphic 27" descr="Network diagram with solid fill">
            <a:extLst>
              <a:ext uri="{FF2B5EF4-FFF2-40B4-BE49-F238E27FC236}">
                <a16:creationId xmlns:a16="http://schemas.microsoft.com/office/drawing/2014/main" id="{5C817922-D4C0-377A-05B4-1E64A7C473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9163" y="2562292"/>
            <a:ext cx="563616" cy="56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7139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DBCONTEXT POOLING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85960-AE93-E4F9-093C-F95539AFCA06}"/>
              </a:ext>
            </a:extLst>
          </p:cNvPr>
          <p:cNvSpPr/>
          <p:nvPr/>
        </p:nvSpPr>
        <p:spPr bwMode="auto">
          <a:xfrm>
            <a:off x="292726" y="1297402"/>
            <a:ext cx="2865924" cy="5451695"/>
          </a:xfrm>
          <a:prstGeom prst="rect">
            <a:avLst/>
          </a:prstGeom>
          <a:solidFill>
            <a:srgbClr val="0078D7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t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DI Container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CB6FE-A2E7-1790-A899-6E13BF7C7711}"/>
              </a:ext>
            </a:extLst>
          </p:cNvPr>
          <p:cNvSpPr txBox="1"/>
          <p:nvPr/>
        </p:nvSpPr>
        <p:spPr>
          <a:xfrm>
            <a:off x="5339654" y="1297402"/>
            <a:ext cx="6739733" cy="52774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lIns="243805" tIns="195044" rIns="243805" bIns="195044" rtlCol="0">
            <a:spAutoFit/>
          </a:bodyPr>
          <a:lstStyle/>
          <a:p>
            <a:pPr defTabSz="914367">
              <a:defRPr/>
            </a:pP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BlogsController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866" dirty="0">
                <a:solidFill>
                  <a:srgbClr val="2B91AF"/>
                </a:solidFill>
                <a:latin typeface="Consolas" panose="020B0609020204030204" pitchFamily="49" charset="0"/>
              </a:rPr>
              <a:t>Controller</a:t>
            </a: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    private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BlogContext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_context;</a:t>
            </a:r>
          </a:p>
          <a:p>
            <a:pPr defTabSz="914367">
              <a:defRPr/>
            </a:pP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000000"/>
                </a:solidFill>
                <a:latin typeface="Consolas" panose="020B0609020204030204" pitchFamily="49" charset="0"/>
              </a:rPr>
              <a:t>BlogsController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BlogContext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context)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    _context = context;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defTabSz="914367">
              <a:defRPr/>
            </a:pPr>
            <a:b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IActionResult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866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context.Blogs.ToList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4367">
              <a:defRPr/>
            </a:pP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endParaRPr lang="en-US" sz="1866" dirty="0">
              <a:gradFill>
                <a:gsLst>
                  <a:gs pos="2917">
                    <a:srgbClr val="505050"/>
                  </a:gs>
                  <a:gs pos="30000">
                    <a:srgbClr val="505050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3E65D-7B90-3E23-5F73-2C181A350333}"/>
              </a:ext>
            </a:extLst>
          </p:cNvPr>
          <p:cNvSpPr txBox="1"/>
          <p:nvPr/>
        </p:nvSpPr>
        <p:spPr>
          <a:xfrm>
            <a:off x="2978446" y="1507629"/>
            <a:ext cx="2407014" cy="615478"/>
          </a:xfrm>
          <a:prstGeom prst="rect">
            <a:avLst/>
          </a:prstGeom>
          <a:noFill/>
        </p:spPr>
        <p:txBody>
          <a:bodyPr wrap="none" lIns="243805" tIns="195044" rIns="243805" bIns="195044" rtlCol="0">
            <a:spAutoFit/>
          </a:bodyPr>
          <a:lstStyle/>
          <a:p>
            <a:pPr defTabSz="914367">
              <a:lnSpc>
                <a:spcPct val="90000"/>
              </a:lnSpc>
              <a:spcAft>
                <a:spcPts val="800"/>
              </a:spcAft>
              <a:defRPr/>
            </a:pPr>
            <a:r>
              <a:rPr lang="en-US" sz="1600" dirty="0">
                <a:gradFill>
                  <a:gsLst>
                    <a:gs pos="2917">
                      <a:srgbClr val="505050"/>
                    </a:gs>
                    <a:gs pos="30000">
                      <a:srgbClr val="505050"/>
                    </a:gs>
                  </a:gsLst>
                  <a:lin ang="5400000" scaled="0"/>
                </a:gradFill>
                <a:latin typeface="Segoe UI Semilight"/>
              </a:rPr>
              <a:t>Request: /blogs/index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9016E1-86F3-F459-ACB9-7797BCA6D56A}"/>
              </a:ext>
            </a:extLst>
          </p:cNvPr>
          <p:cNvSpPr/>
          <p:nvPr/>
        </p:nvSpPr>
        <p:spPr bwMode="auto">
          <a:xfrm>
            <a:off x="4494727" y="1980407"/>
            <a:ext cx="626799" cy="1171194"/>
          </a:xfrm>
          <a:prstGeom prst="rect">
            <a:avLst/>
          </a:prstGeom>
          <a:solidFill>
            <a:srgbClr val="505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Blogs</a:t>
            </a:r>
          </a:p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Controller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6F319F-5B23-D87F-E747-17B8AC2B2994}"/>
              </a:ext>
            </a:extLst>
          </p:cNvPr>
          <p:cNvCxnSpPr/>
          <p:nvPr/>
        </p:nvCxnSpPr>
        <p:spPr>
          <a:xfrm flipV="1">
            <a:off x="4135080" y="2123095"/>
            <a:ext cx="359649" cy="5068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F81403-C081-5B38-2BAC-D1CD950BF079}"/>
              </a:ext>
            </a:extLst>
          </p:cNvPr>
          <p:cNvGrpSpPr/>
          <p:nvPr/>
        </p:nvGrpSpPr>
        <p:grpSpPr>
          <a:xfrm>
            <a:off x="1931384" y="1922152"/>
            <a:ext cx="3245461" cy="1336238"/>
            <a:chOff x="1461284" y="1360511"/>
            <a:chExt cx="2434441" cy="10023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2FDFA4-637C-7015-55EE-1DC174D49F5E}"/>
                </a:ext>
              </a:extLst>
            </p:cNvPr>
            <p:cNvSpPr txBox="1"/>
            <p:nvPr/>
          </p:nvSpPr>
          <p:spPr>
            <a:xfrm>
              <a:off x="1461284" y="1460516"/>
              <a:ext cx="563162" cy="769219"/>
            </a:xfrm>
            <a:prstGeom prst="rect">
              <a:avLst/>
            </a:prstGeom>
            <a:noFill/>
          </p:spPr>
          <p:txBody>
            <a:bodyPr vert="vert270"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866" dirty="0">
                  <a:solidFill>
                    <a:srgbClr val="FFFFFF"/>
                  </a:solidFill>
                  <a:latin typeface="Segoe UI Semilight"/>
                </a:rPr>
                <a:t>Scope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105184-535C-EE23-27DD-04E58F50A609}"/>
                </a:ext>
              </a:extLst>
            </p:cNvPr>
            <p:cNvSpPr/>
            <p:nvPr/>
          </p:nvSpPr>
          <p:spPr bwMode="auto">
            <a:xfrm>
              <a:off x="1607143" y="1360511"/>
              <a:ext cx="2288582" cy="100232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D737D6D-6114-E084-C2CE-79FF9D1EA2EF}"/>
              </a:ext>
            </a:extLst>
          </p:cNvPr>
          <p:cNvSpPr/>
          <p:nvPr/>
        </p:nvSpPr>
        <p:spPr bwMode="auto">
          <a:xfrm>
            <a:off x="2643221" y="1980406"/>
            <a:ext cx="149315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DACDCD-759A-EF9C-C4B9-290DB94F3D38}"/>
              </a:ext>
            </a:extLst>
          </p:cNvPr>
          <p:cNvGrpSpPr/>
          <p:nvPr/>
        </p:nvGrpSpPr>
        <p:grpSpPr>
          <a:xfrm>
            <a:off x="1918216" y="3194228"/>
            <a:ext cx="3454077" cy="1750760"/>
            <a:chOff x="1451407" y="2314704"/>
            <a:chExt cx="2590925" cy="13132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5751BE7-6DA0-4D63-53AD-D0E91E86CC20}"/>
                </a:ext>
              </a:extLst>
            </p:cNvPr>
            <p:cNvSpPr txBox="1"/>
            <p:nvPr/>
          </p:nvSpPr>
          <p:spPr>
            <a:xfrm>
              <a:off x="1451407" y="2725644"/>
              <a:ext cx="563162" cy="769220"/>
            </a:xfrm>
            <a:prstGeom prst="rect">
              <a:avLst/>
            </a:prstGeom>
            <a:noFill/>
          </p:spPr>
          <p:txBody>
            <a:bodyPr vert="vert270"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866" dirty="0">
                  <a:solidFill>
                    <a:srgbClr val="FFFFFF"/>
                  </a:solidFill>
                  <a:latin typeface="Segoe UI Semilight"/>
                </a:rPr>
                <a:t>Scope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BD7DE9D-0D8E-A0B8-2CD7-C8CD13C8771B}"/>
                </a:ext>
              </a:extLst>
            </p:cNvPr>
            <p:cNvSpPr/>
            <p:nvPr/>
          </p:nvSpPr>
          <p:spPr bwMode="auto">
            <a:xfrm>
              <a:off x="3374188" y="2669337"/>
              <a:ext cx="470166" cy="878520"/>
            </a:xfrm>
            <a:prstGeom prst="rect">
              <a:avLst/>
            </a:prstGeom>
            <a:solidFill>
              <a:srgbClr val="50505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Blogs</a:t>
              </a:r>
            </a:p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Controller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0FDC483-89EA-8DDE-3451-ECCAC854A5C1}"/>
                </a:ext>
              </a:extLst>
            </p:cNvPr>
            <p:cNvCxnSpPr/>
            <p:nvPr/>
          </p:nvCxnSpPr>
          <p:spPr>
            <a:xfrm flipV="1">
              <a:off x="3104413" y="2776369"/>
              <a:ext cx="269775" cy="3802"/>
            </a:xfrm>
            <a:prstGeom prst="straightConnector1">
              <a:avLst/>
            </a:prstGeom>
            <a:ln w="38100">
              <a:solidFill>
                <a:srgbClr val="1D1B0E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23DAA6-1DCB-F066-4051-53D3559685FA}"/>
                </a:ext>
              </a:extLst>
            </p:cNvPr>
            <p:cNvSpPr/>
            <p:nvPr/>
          </p:nvSpPr>
          <p:spPr bwMode="auto">
            <a:xfrm>
              <a:off x="1597266" y="2625640"/>
              <a:ext cx="2288582" cy="100232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E0E7D3-A2EB-A723-3E1C-233876FEACF6}"/>
                </a:ext>
              </a:extLst>
            </p:cNvPr>
            <p:cNvSpPr/>
            <p:nvPr/>
          </p:nvSpPr>
          <p:spPr bwMode="auto">
            <a:xfrm>
              <a:off x="1995237" y="2669337"/>
              <a:ext cx="1110149" cy="239232"/>
            </a:xfrm>
            <a:prstGeom prst="rect">
              <a:avLst/>
            </a:prstGeom>
            <a:solidFill>
              <a:srgbClr val="D83B0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 err="1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BlogContext</a:t>
              </a: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8EBD5F-E0E7-F44B-ABDF-9AE4534CC373}"/>
                </a:ext>
              </a:extLst>
            </p:cNvPr>
            <p:cNvSpPr txBox="1"/>
            <p:nvPr/>
          </p:nvSpPr>
          <p:spPr>
            <a:xfrm>
              <a:off x="2236815" y="2314704"/>
              <a:ext cx="1805517" cy="461674"/>
            </a:xfrm>
            <a:prstGeom prst="rect">
              <a:avLst/>
            </a:prstGeom>
            <a:noFill/>
          </p:spPr>
          <p:txBody>
            <a:bodyPr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600" dirty="0"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latin typeface="Segoe UI Semilight"/>
                </a:rPr>
                <a:t>Request: /blogs/index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3C4CBA0-7730-705D-E4DA-D9EB991BFAD6}"/>
              </a:ext>
            </a:extLst>
          </p:cNvPr>
          <p:cNvGrpSpPr/>
          <p:nvPr/>
        </p:nvGrpSpPr>
        <p:grpSpPr>
          <a:xfrm>
            <a:off x="1892306" y="4880827"/>
            <a:ext cx="3454077" cy="1750760"/>
            <a:chOff x="1461284" y="1049575"/>
            <a:chExt cx="2590925" cy="131325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2177B2-A7A8-7222-F029-62E006F6F156}"/>
                </a:ext>
              </a:extLst>
            </p:cNvPr>
            <p:cNvSpPr txBox="1"/>
            <p:nvPr/>
          </p:nvSpPr>
          <p:spPr>
            <a:xfrm>
              <a:off x="1461284" y="1460515"/>
              <a:ext cx="563162" cy="769220"/>
            </a:xfrm>
            <a:prstGeom prst="rect">
              <a:avLst/>
            </a:prstGeom>
            <a:noFill/>
          </p:spPr>
          <p:txBody>
            <a:bodyPr vert="vert270"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866" dirty="0">
                  <a:solidFill>
                    <a:srgbClr val="FFFFFF"/>
                  </a:solidFill>
                  <a:latin typeface="Segoe UI Semilight"/>
                </a:rPr>
                <a:t>Scope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C78DB5-8137-B41C-D3B9-73F1A161E57F}"/>
                </a:ext>
              </a:extLst>
            </p:cNvPr>
            <p:cNvSpPr/>
            <p:nvPr/>
          </p:nvSpPr>
          <p:spPr bwMode="auto">
            <a:xfrm>
              <a:off x="3384065" y="1404208"/>
              <a:ext cx="470166" cy="878520"/>
            </a:xfrm>
            <a:prstGeom prst="rect">
              <a:avLst/>
            </a:prstGeom>
            <a:solidFill>
              <a:srgbClr val="50505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Blogs</a:t>
              </a:r>
            </a:p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Controller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AB6C8A6-F2BF-DCDF-06F8-837F9D745F3B}"/>
                </a:ext>
              </a:extLst>
            </p:cNvPr>
            <p:cNvCxnSpPr/>
            <p:nvPr/>
          </p:nvCxnSpPr>
          <p:spPr>
            <a:xfrm flipV="1">
              <a:off x="3114290" y="1511240"/>
              <a:ext cx="269775" cy="3802"/>
            </a:xfrm>
            <a:prstGeom prst="straightConnector1">
              <a:avLst/>
            </a:prstGeom>
            <a:ln w="38100">
              <a:solidFill>
                <a:srgbClr val="1D1B0E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A3E467-D5FA-6D47-F0A9-8E6AA01EAD8B}"/>
                </a:ext>
              </a:extLst>
            </p:cNvPr>
            <p:cNvSpPr/>
            <p:nvPr/>
          </p:nvSpPr>
          <p:spPr bwMode="auto">
            <a:xfrm>
              <a:off x="1607143" y="1360511"/>
              <a:ext cx="2288582" cy="100232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71D70CB-AAEF-A86E-14D6-232B75E1DCAD}"/>
                </a:ext>
              </a:extLst>
            </p:cNvPr>
            <p:cNvSpPr/>
            <p:nvPr/>
          </p:nvSpPr>
          <p:spPr bwMode="auto">
            <a:xfrm>
              <a:off x="2024549" y="1404208"/>
              <a:ext cx="1090713" cy="239232"/>
            </a:xfrm>
            <a:prstGeom prst="rect">
              <a:avLst/>
            </a:prstGeom>
            <a:solidFill>
              <a:srgbClr val="D83B0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 err="1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BlogContext</a:t>
              </a: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10C39E-6731-58A9-5306-A0AABEECC0D8}"/>
                </a:ext>
              </a:extLst>
            </p:cNvPr>
            <p:cNvSpPr txBox="1"/>
            <p:nvPr/>
          </p:nvSpPr>
          <p:spPr>
            <a:xfrm>
              <a:off x="2246692" y="1049575"/>
              <a:ext cx="1805517" cy="461674"/>
            </a:xfrm>
            <a:prstGeom prst="rect">
              <a:avLst/>
            </a:prstGeom>
            <a:noFill/>
          </p:spPr>
          <p:txBody>
            <a:bodyPr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600" dirty="0"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latin typeface="Segoe UI Semilight"/>
                </a:rPr>
                <a:t>Request: /blogs/index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686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8" grpId="1"/>
      <p:bldP spid="9" grpId="0" animBg="1"/>
      <p:bldP spid="9" grpId="1" animBg="1"/>
      <p:bldP spid="17" grpId="0" animBg="1"/>
      <p:bldP spid="1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399" y="743404"/>
            <a:ext cx="67810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DBCONTEXT POOLING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0B265-5C59-07AF-941B-52B21EF56B36}"/>
              </a:ext>
            </a:extLst>
          </p:cNvPr>
          <p:cNvSpPr/>
          <p:nvPr/>
        </p:nvSpPr>
        <p:spPr bwMode="auto">
          <a:xfrm>
            <a:off x="286863" y="1297402"/>
            <a:ext cx="2865924" cy="5451695"/>
          </a:xfrm>
          <a:prstGeom prst="rect">
            <a:avLst/>
          </a:prstGeom>
          <a:solidFill>
            <a:srgbClr val="0078D7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t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DI Container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D9791-C764-1BB8-D806-675899D181F7}"/>
              </a:ext>
            </a:extLst>
          </p:cNvPr>
          <p:cNvSpPr txBox="1"/>
          <p:nvPr/>
        </p:nvSpPr>
        <p:spPr>
          <a:xfrm>
            <a:off x="5333791" y="1297402"/>
            <a:ext cx="6739733" cy="527746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lIns="243805" tIns="195044" rIns="243805" bIns="195044" rtlCol="0">
            <a:spAutoFit/>
          </a:bodyPr>
          <a:lstStyle/>
          <a:p>
            <a:pPr defTabSz="914367">
              <a:defRPr/>
            </a:pP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BlogsController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866" dirty="0">
                <a:solidFill>
                  <a:srgbClr val="2B91AF"/>
                </a:solidFill>
                <a:latin typeface="Consolas" panose="020B0609020204030204" pitchFamily="49" charset="0"/>
              </a:rPr>
              <a:t>Controller</a:t>
            </a: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    private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BlogContext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_context;</a:t>
            </a:r>
          </a:p>
          <a:p>
            <a:pPr defTabSz="914367">
              <a:defRPr/>
            </a:pP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000000"/>
                </a:solidFill>
                <a:latin typeface="Consolas" panose="020B0609020204030204" pitchFamily="49" charset="0"/>
              </a:rPr>
              <a:t>BlogsController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BlogContext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context)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    _context = context;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defTabSz="914367">
              <a:defRPr/>
            </a:pPr>
            <a:b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66" dirty="0" err="1">
                <a:solidFill>
                  <a:srgbClr val="2B91AF"/>
                </a:solidFill>
                <a:latin typeface="Consolas" panose="020B0609020204030204" pitchFamily="49" charset="0"/>
              </a:rPr>
              <a:t>IActionResult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66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866" dirty="0" err="1">
                <a:solidFill>
                  <a:srgbClr val="000000"/>
                </a:solidFill>
                <a:latin typeface="Consolas" panose="020B0609020204030204" pitchFamily="49" charset="0"/>
              </a:rPr>
              <a:t>context.Blogs.ToList</a:t>
            </a: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defTabSz="914367">
              <a:defRPr/>
            </a:pPr>
            <a:r>
              <a:rPr lang="en-US" sz="1866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4367">
              <a:defRPr/>
            </a:pP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endParaRPr lang="en-US" sz="1866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367">
              <a:defRPr/>
            </a:pPr>
            <a:endParaRPr lang="en-US" sz="1866" dirty="0">
              <a:gradFill>
                <a:gsLst>
                  <a:gs pos="2917">
                    <a:srgbClr val="505050"/>
                  </a:gs>
                  <a:gs pos="30000">
                    <a:srgbClr val="505050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4F108-2BEC-E2FB-95A8-28CC66863F3D}"/>
              </a:ext>
            </a:extLst>
          </p:cNvPr>
          <p:cNvSpPr txBox="1"/>
          <p:nvPr/>
        </p:nvSpPr>
        <p:spPr>
          <a:xfrm>
            <a:off x="2972583" y="1507629"/>
            <a:ext cx="2407014" cy="615478"/>
          </a:xfrm>
          <a:prstGeom prst="rect">
            <a:avLst/>
          </a:prstGeom>
          <a:noFill/>
        </p:spPr>
        <p:txBody>
          <a:bodyPr wrap="none" lIns="243805" tIns="195044" rIns="243805" bIns="195044" rtlCol="0">
            <a:spAutoFit/>
          </a:bodyPr>
          <a:lstStyle/>
          <a:p>
            <a:pPr defTabSz="914367">
              <a:lnSpc>
                <a:spcPct val="90000"/>
              </a:lnSpc>
              <a:spcAft>
                <a:spcPts val="800"/>
              </a:spcAft>
              <a:defRPr/>
            </a:pPr>
            <a:r>
              <a:rPr lang="en-US" sz="1600" dirty="0">
                <a:gradFill>
                  <a:gsLst>
                    <a:gs pos="2917">
                      <a:srgbClr val="505050"/>
                    </a:gs>
                    <a:gs pos="30000">
                      <a:srgbClr val="505050"/>
                    </a:gs>
                  </a:gsLst>
                  <a:lin ang="5400000" scaled="0"/>
                </a:gradFill>
                <a:latin typeface="Segoe UI Semilight"/>
              </a:rPr>
              <a:t>Request: /blogs/index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F93C23-912A-2724-29FE-2633D699BE04}"/>
              </a:ext>
            </a:extLst>
          </p:cNvPr>
          <p:cNvSpPr/>
          <p:nvPr/>
        </p:nvSpPr>
        <p:spPr bwMode="auto">
          <a:xfrm>
            <a:off x="4488864" y="1980407"/>
            <a:ext cx="626799" cy="1171194"/>
          </a:xfrm>
          <a:prstGeom prst="rect">
            <a:avLst/>
          </a:prstGeom>
          <a:solidFill>
            <a:srgbClr val="505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Blogs</a:t>
            </a:r>
          </a:p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Controller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60C57A-7B4F-20D0-0D21-3232EC4904D1}"/>
              </a:ext>
            </a:extLst>
          </p:cNvPr>
          <p:cNvCxnSpPr/>
          <p:nvPr/>
        </p:nvCxnSpPr>
        <p:spPr>
          <a:xfrm flipV="1">
            <a:off x="4129217" y="2123095"/>
            <a:ext cx="359649" cy="5068"/>
          </a:xfrm>
          <a:prstGeom prst="straightConnector1">
            <a:avLst/>
          </a:prstGeom>
          <a:ln w="38100">
            <a:solidFill>
              <a:schemeClr val="bg2">
                <a:lumMod val="1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2AF634A-5796-29D3-1C0D-69A5C67F2085}"/>
              </a:ext>
            </a:extLst>
          </p:cNvPr>
          <p:cNvGrpSpPr/>
          <p:nvPr/>
        </p:nvGrpSpPr>
        <p:grpSpPr>
          <a:xfrm>
            <a:off x="1925521" y="1922152"/>
            <a:ext cx="3245461" cy="1336238"/>
            <a:chOff x="1461284" y="1360511"/>
            <a:chExt cx="2434441" cy="10023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8A0870-FD1B-AAE0-BB47-47B6DBC8B578}"/>
                </a:ext>
              </a:extLst>
            </p:cNvPr>
            <p:cNvSpPr txBox="1"/>
            <p:nvPr/>
          </p:nvSpPr>
          <p:spPr>
            <a:xfrm>
              <a:off x="1461284" y="1460516"/>
              <a:ext cx="563162" cy="769219"/>
            </a:xfrm>
            <a:prstGeom prst="rect">
              <a:avLst/>
            </a:prstGeom>
            <a:noFill/>
          </p:spPr>
          <p:txBody>
            <a:bodyPr vert="vert270"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866" dirty="0">
                  <a:solidFill>
                    <a:srgbClr val="FFFFFF"/>
                  </a:solidFill>
                  <a:latin typeface="Segoe UI Semilight"/>
                </a:rPr>
                <a:t>Scope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BB295A-6588-2C41-E659-FD43C7047083}"/>
                </a:ext>
              </a:extLst>
            </p:cNvPr>
            <p:cNvSpPr/>
            <p:nvPr/>
          </p:nvSpPr>
          <p:spPr bwMode="auto">
            <a:xfrm>
              <a:off x="1607143" y="1360511"/>
              <a:ext cx="2288582" cy="100232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6356E7-D075-72FF-5177-3689ED8173B9}"/>
              </a:ext>
            </a:extLst>
          </p:cNvPr>
          <p:cNvCxnSpPr/>
          <p:nvPr/>
        </p:nvCxnSpPr>
        <p:spPr>
          <a:xfrm flipV="1">
            <a:off x="4090139" y="5496294"/>
            <a:ext cx="359649" cy="5068"/>
          </a:xfrm>
          <a:prstGeom prst="straightConnector1">
            <a:avLst/>
          </a:prstGeom>
          <a:ln w="38100">
            <a:solidFill>
              <a:srgbClr val="1D1B0E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5E315D-A913-18FC-D5C1-50795E8FE682}"/>
              </a:ext>
            </a:extLst>
          </p:cNvPr>
          <p:cNvGrpSpPr/>
          <p:nvPr/>
        </p:nvGrpSpPr>
        <p:grpSpPr>
          <a:xfrm>
            <a:off x="1912353" y="3194228"/>
            <a:ext cx="3454077" cy="1750760"/>
            <a:chOff x="1451407" y="2314704"/>
            <a:chExt cx="2590925" cy="131325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118214-E733-6538-0617-C27F5C499E07}"/>
                </a:ext>
              </a:extLst>
            </p:cNvPr>
            <p:cNvSpPr txBox="1"/>
            <p:nvPr/>
          </p:nvSpPr>
          <p:spPr>
            <a:xfrm>
              <a:off x="1451407" y="2725644"/>
              <a:ext cx="563162" cy="769220"/>
            </a:xfrm>
            <a:prstGeom prst="rect">
              <a:avLst/>
            </a:prstGeom>
            <a:noFill/>
          </p:spPr>
          <p:txBody>
            <a:bodyPr vert="vert270"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866" dirty="0">
                  <a:solidFill>
                    <a:srgbClr val="FFFFFF"/>
                  </a:solidFill>
                  <a:latin typeface="Segoe UI Semilight"/>
                </a:rPr>
                <a:t>Scope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EFA0DD-A0EA-A610-F7E1-8FF4CCA4D822}"/>
                </a:ext>
              </a:extLst>
            </p:cNvPr>
            <p:cNvSpPr/>
            <p:nvPr/>
          </p:nvSpPr>
          <p:spPr bwMode="auto">
            <a:xfrm>
              <a:off x="3374188" y="2669337"/>
              <a:ext cx="470166" cy="878520"/>
            </a:xfrm>
            <a:prstGeom prst="rect">
              <a:avLst/>
            </a:prstGeom>
            <a:solidFill>
              <a:srgbClr val="50505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Blogs</a:t>
              </a:r>
            </a:p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Controller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D2D25E6-DABC-F807-3CD9-DAEE132CBC44}"/>
                </a:ext>
              </a:extLst>
            </p:cNvPr>
            <p:cNvSpPr/>
            <p:nvPr/>
          </p:nvSpPr>
          <p:spPr bwMode="auto">
            <a:xfrm>
              <a:off x="1597266" y="2625640"/>
              <a:ext cx="2288582" cy="100232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C8BEC7-F73B-19BD-4EA5-B3C93069D252}"/>
                </a:ext>
              </a:extLst>
            </p:cNvPr>
            <p:cNvSpPr txBox="1"/>
            <p:nvPr/>
          </p:nvSpPr>
          <p:spPr>
            <a:xfrm>
              <a:off x="2236815" y="2314704"/>
              <a:ext cx="1805517" cy="461674"/>
            </a:xfrm>
            <a:prstGeom prst="rect">
              <a:avLst/>
            </a:prstGeom>
            <a:noFill/>
          </p:spPr>
          <p:txBody>
            <a:bodyPr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600" dirty="0"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latin typeface="Segoe UI Semilight"/>
                </a:rPr>
                <a:t>Request: /blogs/index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926F3C-EACE-D779-5149-58E2942328FD}"/>
              </a:ext>
            </a:extLst>
          </p:cNvPr>
          <p:cNvGrpSpPr/>
          <p:nvPr/>
        </p:nvGrpSpPr>
        <p:grpSpPr>
          <a:xfrm>
            <a:off x="1886443" y="4880827"/>
            <a:ext cx="3454077" cy="1750760"/>
            <a:chOff x="1431972" y="3579833"/>
            <a:chExt cx="2590925" cy="13132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556453-210A-F378-FA83-3F561C476F7C}"/>
                </a:ext>
              </a:extLst>
            </p:cNvPr>
            <p:cNvSpPr txBox="1"/>
            <p:nvPr/>
          </p:nvSpPr>
          <p:spPr>
            <a:xfrm>
              <a:off x="1431972" y="3990773"/>
              <a:ext cx="563162" cy="769220"/>
            </a:xfrm>
            <a:prstGeom prst="rect">
              <a:avLst/>
            </a:prstGeom>
            <a:noFill/>
          </p:spPr>
          <p:txBody>
            <a:bodyPr vert="vert270"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866" dirty="0">
                  <a:solidFill>
                    <a:srgbClr val="FFFFFF"/>
                  </a:solidFill>
                  <a:latin typeface="Segoe UI Semilight"/>
                </a:rPr>
                <a:t>Scope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43A2FD-7B65-9ABB-22DF-B9CC90BDFEF9}"/>
                </a:ext>
              </a:extLst>
            </p:cNvPr>
            <p:cNvSpPr/>
            <p:nvPr/>
          </p:nvSpPr>
          <p:spPr bwMode="auto">
            <a:xfrm>
              <a:off x="3354753" y="3934466"/>
              <a:ext cx="470166" cy="878520"/>
            </a:xfrm>
            <a:prstGeom prst="rect">
              <a:avLst/>
            </a:prstGeom>
            <a:solidFill>
              <a:srgbClr val="50505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Blogs</a:t>
              </a:r>
            </a:p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66" dirty="0">
                  <a:gradFill>
                    <a:gsLst>
                      <a:gs pos="5439">
                        <a:srgbClr val="F8F8F8"/>
                      </a:gs>
                      <a:gs pos="10000">
                        <a:srgbClr val="F8F8F8"/>
                      </a:gs>
                    </a:gsLst>
                    <a:lin ang="5400000" scaled="0"/>
                  </a:gradFill>
                  <a:latin typeface="Segoe UI Semilight"/>
                </a:rPr>
                <a:t>Controller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9D10AE-2113-29FE-C205-9411C6E8A2A5}"/>
                </a:ext>
              </a:extLst>
            </p:cNvPr>
            <p:cNvSpPr/>
            <p:nvPr/>
          </p:nvSpPr>
          <p:spPr bwMode="auto">
            <a:xfrm>
              <a:off x="1577831" y="3890769"/>
              <a:ext cx="2288582" cy="100232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62174" rIns="0" bIns="62174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4308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B35C08-C6CC-5666-728F-1E114DEEA922}"/>
                </a:ext>
              </a:extLst>
            </p:cNvPr>
            <p:cNvSpPr txBox="1"/>
            <p:nvPr/>
          </p:nvSpPr>
          <p:spPr>
            <a:xfrm>
              <a:off x="2217380" y="3579833"/>
              <a:ext cx="1805517" cy="461674"/>
            </a:xfrm>
            <a:prstGeom prst="rect">
              <a:avLst/>
            </a:prstGeom>
            <a:noFill/>
          </p:spPr>
          <p:txBody>
            <a:bodyPr wrap="none" lIns="243805" tIns="195044" rIns="243805" bIns="195044" rtlCol="0">
              <a:spAutoFit/>
            </a:bodyPr>
            <a:lstStyle/>
            <a:p>
              <a:pPr defTabSz="914367">
                <a:lnSpc>
                  <a:spcPct val="90000"/>
                </a:lnSpc>
                <a:spcAft>
                  <a:spcPts val="800"/>
                </a:spcAft>
                <a:defRPr/>
              </a:pPr>
              <a:r>
                <a:rPr lang="en-US" sz="1600" dirty="0"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latin typeface="Segoe UI Semilight"/>
                </a:rPr>
                <a:t>Request: /blogs/index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26372D-A853-8385-32AA-D391EA60619D}"/>
              </a:ext>
            </a:extLst>
          </p:cNvPr>
          <p:cNvCxnSpPr/>
          <p:nvPr/>
        </p:nvCxnSpPr>
        <p:spPr>
          <a:xfrm flipV="1">
            <a:off x="4116049" y="3809695"/>
            <a:ext cx="359649" cy="5068"/>
          </a:xfrm>
          <a:prstGeom prst="straightConnector1">
            <a:avLst/>
          </a:prstGeom>
          <a:ln w="38100">
            <a:solidFill>
              <a:srgbClr val="1D1B0E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EF42877-6059-DCDE-8459-F7AD157A6E96}"/>
              </a:ext>
            </a:extLst>
          </p:cNvPr>
          <p:cNvSpPr txBox="1"/>
          <p:nvPr/>
        </p:nvSpPr>
        <p:spPr>
          <a:xfrm>
            <a:off x="935881" y="1826905"/>
            <a:ext cx="750776" cy="1025481"/>
          </a:xfrm>
          <a:prstGeom prst="rect">
            <a:avLst/>
          </a:prstGeom>
          <a:noFill/>
        </p:spPr>
        <p:txBody>
          <a:bodyPr vert="vert270" wrap="none" lIns="243805" tIns="195044" rIns="243805" bIns="195044" rtlCol="0">
            <a:spAutoFit/>
          </a:bodyPr>
          <a:lstStyle/>
          <a:p>
            <a:pPr defTabSz="914367">
              <a:lnSpc>
                <a:spcPct val="90000"/>
              </a:lnSpc>
              <a:spcAft>
                <a:spcPts val="800"/>
              </a:spcAft>
              <a:defRPr/>
            </a:pPr>
            <a:r>
              <a:rPr lang="en-US" sz="1866" dirty="0">
                <a:solidFill>
                  <a:srgbClr val="FFFFFF"/>
                </a:solidFill>
                <a:latin typeface="Segoe UI Semilight"/>
              </a:rPr>
              <a:t>Scope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D52D89-0A4F-AFC7-7C39-8A72FFCF3C07}"/>
              </a:ext>
            </a:extLst>
          </p:cNvPr>
          <p:cNvSpPr/>
          <p:nvPr/>
        </p:nvSpPr>
        <p:spPr bwMode="auto">
          <a:xfrm>
            <a:off x="319360" y="1751839"/>
            <a:ext cx="1725261" cy="2223178"/>
          </a:xfrm>
          <a:prstGeom prst="rect">
            <a:avLst/>
          </a:prstGeom>
          <a:solidFill>
            <a:srgbClr val="00205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t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Context Pool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5F786F-0A06-3015-6203-F45E4F3EC95C}"/>
              </a:ext>
            </a:extLst>
          </p:cNvPr>
          <p:cNvSpPr/>
          <p:nvPr/>
        </p:nvSpPr>
        <p:spPr bwMode="auto">
          <a:xfrm>
            <a:off x="434067" y="2104059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B47F10-B04D-66D3-B31B-43FB6566A455}"/>
              </a:ext>
            </a:extLst>
          </p:cNvPr>
          <p:cNvSpPr/>
          <p:nvPr/>
        </p:nvSpPr>
        <p:spPr bwMode="auto">
          <a:xfrm>
            <a:off x="434067" y="2465088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2DD9F4-305B-9E4A-1CF7-2BB2C133286F}"/>
              </a:ext>
            </a:extLst>
          </p:cNvPr>
          <p:cNvSpPr/>
          <p:nvPr/>
        </p:nvSpPr>
        <p:spPr bwMode="auto">
          <a:xfrm>
            <a:off x="429033" y="2826117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56D15F-C3ED-4C04-166A-B6DEF33F5C47}"/>
              </a:ext>
            </a:extLst>
          </p:cNvPr>
          <p:cNvSpPr/>
          <p:nvPr/>
        </p:nvSpPr>
        <p:spPr bwMode="auto">
          <a:xfrm>
            <a:off x="429033" y="3187145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E91EC9-15D6-AC07-C29D-1C0903ABD65A}"/>
              </a:ext>
            </a:extLst>
          </p:cNvPr>
          <p:cNvSpPr/>
          <p:nvPr/>
        </p:nvSpPr>
        <p:spPr bwMode="auto">
          <a:xfrm>
            <a:off x="429033" y="3548176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3A4755-489A-974C-3E58-316AD2F08205}"/>
              </a:ext>
            </a:extLst>
          </p:cNvPr>
          <p:cNvSpPr/>
          <p:nvPr/>
        </p:nvSpPr>
        <p:spPr bwMode="auto">
          <a:xfrm>
            <a:off x="2634903" y="1963629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74ADB9-72AE-8F0F-0918-F5444E95884F}"/>
              </a:ext>
            </a:extLst>
          </p:cNvPr>
          <p:cNvSpPr/>
          <p:nvPr/>
        </p:nvSpPr>
        <p:spPr bwMode="auto">
          <a:xfrm>
            <a:off x="2608994" y="3661243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A79A8D-50E1-6CEB-064C-D884E6F58B12}"/>
              </a:ext>
            </a:extLst>
          </p:cNvPr>
          <p:cNvSpPr/>
          <p:nvPr/>
        </p:nvSpPr>
        <p:spPr bwMode="auto">
          <a:xfrm>
            <a:off x="2592476" y="5339363"/>
            <a:ext cx="1509525" cy="318931"/>
          </a:xfrm>
          <a:prstGeom prst="rect">
            <a:avLst/>
          </a:prstGeom>
          <a:solidFill>
            <a:srgbClr val="D83B0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2174" rIns="0" bIns="62174" numCol="1" rtlCol="0" anchor="ctr" anchorCtr="0" compatLnSpc="1">
            <a:prstTxWarp prst="textNoShape">
              <a:avLst/>
            </a:prstTxWarp>
          </a:bodyPr>
          <a:lstStyle/>
          <a:p>
            <a:pPr algn="ctr" defTabSz="124308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66" dirty="0" err="1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  <a:latin typeface="Segoe UI Semilight"/>
              </a:rPr>
              <a:t>BlogContext</a:t>
            </a:r>
            <a:endParaRPr lang="en-US" sz="1866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  <a:latin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83555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animBg="1"/>
      <p:bldP spid="6" grpId="1" animBg="1"/>
      <p:bldP spid="24" grpId="0"/>
      <p:bldP spid="25" grpId="0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30" grpId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528D4-C3C4-75AA-8711-8682CA44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F54CF6-5692-3EF6-49AB-1DFCB326A4BC}"/>
              </a:ext>
            </a:extLst>
          </p:cNvPr>
          <p:cNvSpPr txBox="1"/>
          <p:nvPr/>
        </p:nvSpPr>
        <p:spPr>
          <a:xfrm>
            <a:off x="2438400" y="743404"/>
            <a:ext cx="72593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DBCONTEXT POOLING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AE246-6950-76B9-BCFE-B196A28FFAD3}"/>
              </a:ext>
            </a:extLst>
          </p:cNvPr>
          <p:cNvSpPr/>
          <p:nvPr/>
        </p:nvSpPr>
        <p:spPr>
          <a:xfrm>
            <a:off x="1588" y="-1"/>
            <a:ext cx="809573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32C2B2-9B1C-F638-DAE0-9DAD73BA4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436573"/>
              </p:ext>
            </p:extLst>
          </p:nvPr>
        </p:nvGraphicFramePr>
        <p:xfrm>
          <a:off x="988557" y="2346975"/>
          <a:ext cx="10920765" cy="1107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39035">
                  <a:extLst>
                    <a:ext uri="{9D8B030D-6E8A-4147-A177-3AD203B41FA5}">
                      <a16:colId xmlns:a16="http://schemas.microsoft.com/office/drawing/2014/main" val="3989055605"/>
                    </a:ext>
                  </a:extLst>
                </a:gridCol>
                <a:gridCol w="1188913">
                  <a:extLst>
                    <a:ext uri="{9D8B030D-6E8A-4147-A177-3AD203B41FA5}">
                      <a16:colId xmlns:a16="http://schemas.microsoft.com/office/drawing/2014/main" val="987536384"/>
                    </a:ext>
                  </a:extLst>
                </a:gridCol>
                <a:gridCol w="1061784">
                  <a:extLst>
                    <a:ext uri="{9D8B030D-6E8A-4147-A177-3AD203B41FA5}">
                      <a16:colId xmlns:a16="http://schemas.microsoft.com/office/drawing/2014/main" val="354741090"/>
                    </a:ext>
                  </a:extLst>
                </a:gridCol>
                <a:gridCol w="1061784">
                  <a:extLst>
                    <a:ext uri="{9D8B030D-6E8A-4147-A177-3AD203B41FA5}">
                      <a16:colId xmlns:a16="http://schemas.microsoft.com/office/drawing/2014/main" val="3516865305"/>
                    </a:ext>
                  </a:extLst>
                </a:gridCol>
                <a:gridCol w="1061784">
                  <a:extLst>
                    <a:ext uri="{9D8B030D-6E8A-4147-A177-3AD203B41FA5}">
                      <a16:colId xmlns:a16="http://schemas.microsoft.com/office/drawing/2014/main" val="1463377438"/>
                    </a:ext>
                  </a:extLst>
                </a:gridCol>
                <a:gridCol w="1030322">
                  <a:extLst>
                    <a:ext uri="{9D8B030D-6E8A-4147-A177-3AD203B41FA5}">
                      <a16:colId xmlns:a16="http://schemas.microsoft.com/office/drawing/2014/main" val="4026638883"/>
                    </a:ext>
                  </a:extLst>
                </a:gridCol>
                <a:gridCol w="820018">
                  <a:extLst>
                    <a:ext uri="{9D8B030D-6E8A-4147-A177-3AD203B41FA5}">
                      <a16:colId xmlns:a16="http://schemas.microsoft.com/office/drawing/2014/main" val="3911260361"/>
                    </a:ext>
                  </a:extLst>
                </a:gridCol>
                <a:gridCol w="820018">
                  <a:extLst>
                    <a:ext uri="{9D8B030D-6E8A-4147-A177-3AD203B41FA5}">
                      <a16:colId xmlns:a16="http://schemas.microsoft.com/office/drawing/2014/main" val="2985447780"/>
                    </a:ext>
                  </a:extLst>
                </a:gridCol>
                <a:gridCol w="1337107">
                  <a:extLst>
                    <a:ext uri="{9D8B030D-6E8A-4147-A177-3AD203B41FA5}">
                      <a16:colId xmlns:a16="http://schemas.microsoft.com/office/drawing/2014/main" val="394706545"/>
                    </a:ext>
                  </a:extLst>
                </a:gridCol>
              </a:tblGrid>
              <a:tr h="25912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NumBlogs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dirty="0">
                          <a:effectLst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dirty="0" err="1">
                          <a:effectLst/>
                        </a:rPr>
                        <a:t>StdDev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Gen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dirty="0">
                          <a:effectLst/>
                        </a:rPr>
                        <a:t>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Allocated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43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WithoutContextPooling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701.6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26.62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78.48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11.7188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50.38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4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WithContextPooling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350.1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6.80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14.64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0.9766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dirty="0">
                          <a:effectLst/>
                        </a:rPr>
                        <a:t>4.63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6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82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COMPILED QUERIES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861FC-15A9-830F-2C4D-2A467FFF6D82}"/>
              </a:ext>
            </a:extLst>
          </p:cNvPr>
          <p:cNvSpPr/>
          <p:nvPr/>
        </p:nvSpPr>
        <p:spPr>
          <a:xfrm>
            <a:off x="1664631" y="2185353"/>
            <a:ext cx="10269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explicitQuery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EF.CompileQuery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ChinookContext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context, int id)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        =&gt; _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context.Albums.FirstOrDefault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 =&gt;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a.Id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== id));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93B8-014B-F8F2-367D-81BBAFCABFE2}"/>
              </a:ext>
            </a:extLst>
          </p:cNvPr>
          <p:cNvSpPr/>
          <p:nvPr/>
        </p:nvSpPr>
        <p:spPr>
          <a:xfrm>
            <a:off x="1664631" y="4071044"/>
            <a:ext cx="95953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compiledExplicitQuery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EF.CompileAsyncQuery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ChinookContext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context, int id)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=&gt;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context.Albums.FirstOrDefault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(a =&gt;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a.Id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== id));</a:t>
            </a:r>
          </a:p>
        </p:txBody>
      </p:sp>
    </p:spTree>
    <p:extLst>
      <p:ext uri="{BB962C8B-B14F-4D97-AF65-F5344CB8AC3E}">
        <p14:creationId xmlns:p14="http://schemas.microsoft.com/office/powerpoint/2010/main" val="183576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COMPILED 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861FC-15A9-830F-2C4D-2A467FFF6D82}"/>
              </a:ext>
            </a:extLst>
          </p:cNvPr>
          <p:cNvSpPr/>
          <p:nvPr/>
        </p:nvSpPr>
        <p:spPr>
          <a:xfrm>
            <a:off x="1705707" y="1640230"/>
            <a:ext cx="10269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dotnet </a:t>
            </a:r>
            <a:r>
              <a:rPr lang="en-US" sz="2400" dirty="0" err="1">
                <a:latin typeface="Consolas" panose="020B0609020204030204" pitchFamily="49" charset="0"/>
              </a:rPr>
              <a:t>ef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dbcontext</a:t>
            </a:r>
            <a:r>
              <a:rPr lang="en-US" sz="2400" dirty="0">
                <a:latin typeface="Consolas" panose="020B0609020204030204" pitchFamily="49" charset="0"/>
              </a:rPr>
              <a:t> optimize --output-</a:t>
            </a:r>
            <a:r>
              <a:rPr lang="en-US" sz="2400" dirty="0" err="1">
                <a:latin typeface="Consolas" panose="020B0609020204030204" pitchFamily="49" charset="0"/>
              </a:rPr>
              <a:t>dir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ChinookModels</a:t>
            </a:r>
            <a:r>
              <a:rPr lang="en-US" sz="2400" dirty="0">
                <a:latin typeface="Consolas" panose="020B0609020204030204" pitchFamily="49" charset="0"/>
              </a:rPr>
              <a:t> --namespace </a:t>
            </a:r>
            <a:r>
              <a:rPr lang="en-US" sz="2400" dirty="0" err="1">
                <a:latin typeface="Consolas" panose="020B0609020204030204" pitchFamily="49" charset="0"/>
              </a:rPr>
              <a:t>ChinookModels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93B8-014B-F8F2-367D-81BBAFCABFE2}"/>
              </a:ext>
            </a:extLst>
          </p:cNvPr>
          <p:cNvSpPr/>
          <p:nvPr/>
        </p:nvSpPr>
        <p:spPr>
          <a:xfrm>
            <a:off x="1538288" y="2828834"/>
            <a:ext cx="1079975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protected override void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OnConfiguring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DbContextOptionsBuilder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optionsBuilder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=&gt;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optionsBuilder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.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UseModel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ChinookModels.AlbumsContextModel.Instance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.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UseSqServer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(“&lt;ConnectionString&gt;");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78809D-4981-9E66-4D78-F7DA018ACCF4}"/>
              </a:ext>
            </a:extLst>
          </p:cNvPr>
          <p:cNvSpPr/>
          <p:nvPr/>
        </p:nvSpPr>
        <p:spPr>
          <a:xfrm>
            <a:off x="2074873" y="4726543"/>
            <a:ext cx="860363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Montserrat Medium" panose="00000600000000000000" pitchFamily="2" charset="0"/>
              </a:rPr>
              <a:t>Things to remember”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Medium" panose="00000600000000000000" pitchFamily="2" charset="0"/>
              </a:rPr>
              <a:t>Global Query Filters not supported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Medium" panose="00000600000000000000" pitchFamily="2" charset="0"/>
              </a:rPr>
              <a:t>Lazy-loading and Change-Tracking proxies not supported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Medium" panose="00000600000000000000" pitchFamily="2" charset="0"/>
              </a:rPr>
              <a:t>You must regenerate the compiled modal each time the code</a:t>
            </a:r>
          </a:p>
          <a:p>
            <a:r>
              <a:rPr lang="en-US" sz="2000" dirty="0">
                <a:latin typeface="Montserrat Medium" panose="00000600000000000000" pitchFamily="2" charset="0"/>
              </a:rPr>
              <a:t>     for the </a:t>
            </a:r>
            <a:r>
              <a:rPr lang="en-US" sz="2000" dirty="0" err="1">
                <a:latin typeface="Montserrat Medium" panose="00000600000000000000" pitchFamily="2" charset="0"/>
              </a:rPr>
              <a:t>dbcontext</a:t>
            </a:r>
            <a:r>
              <a:rPr lang="en-US" sz="2000" dirty="0">
                <a:latin typeface="Montserrat Medium" panose="00000600000000000000" pitchFamily="2" charset="0"/>
              </a:rPr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386942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FROMSQL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FCEC8C-BBB3-350D-049A-CB895EB0EBF6}"/>
              </a:ext>
            </a:extLst>
          </p:cNvPr>
          <p:cNvSpPr/>
          <p:nvPr/>
        </p:nvSpPr>
        <p:spPr>
          <a:xfrm>
            <a:off x="1670990" y="2444681"/>
            <a:ext cx="58362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var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city = "Redmond";</a:t>
            </a:r>
          </a:p>
          <a:p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using (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var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context = 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CreateContext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())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context.Customers.FromSql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($@“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	SELECT *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	FROM Customers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	WHERE City = {city}");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14057-4C01-03BB-2AA4-242B9A7AF48B}"/>
              </a:ext>
            </a:extLst>
          </p:cNvPr>
          <p:cNvSpPr/>
          <p:nvPr/>
        </p:nvSpPr>
        <p:spPr>
          <a:xfrm>
            <a:off x="8151344" y="2444681"/>
            <a:ext cx="33958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Customers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City = @p0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2DDB6-CE68-E59E-B831-BDC448B85071}"/>
              </a:ext>
            </a:extLst>
          </p:cNvPr>
          <p:cNvSpPr/>
          <p:nvPr/>
        </p:nvSpPr>
        <p:spPr>
          <a:xfrm>
            <a:off x="8059615" y="4565301"/>
            <a:ext cx="39233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Customers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City = ‘Redmond’</a:t>
            </a: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56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QUERY PROJECTION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6C6AD-49A2-80CF-361B-8C3057ED92D9}"/>
              </a:ext>
            </a:extLst>
          </p:cNvPr>
          <p:cNvSpPr txBox="1"/>
          <p:nvPr/>
        </p:nvSpPr>
        <p:spPr>
          <a:xfrm>
            <a:off x="2051539" y="1874912"/>
            <a:ext cx="3593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[Employee]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4D887-A488-B6A8-25A2-2B191DB3B4EC}"/>
              </a:ext>
            </a:extLst>
          </p:cNvPr>
          <p:cNvSpPr txBox="1"/>
          <p:nvPr/>
        </p:nvSpPr>
        <p:spPr>
          <a:xfrm>
            <a:off x="6096000" y="187491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[Id]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[FirstName]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[Title]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ReportsTo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,[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BirthDate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,[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HireDate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[Address]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[City]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[State]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[Country]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PostalCode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[Phone]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[Fax]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[Email]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[Employee]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77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QUERY PROJECTION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6C6AD-49A2-80CF-361B-8C3057ED92D9}"/>
              </a:ext>
            </a:extLst>
          </p:cNvPr>
          <p:cNvSpPr txBox="1"/>
          <p:nvPr/>
        </p:nvSpPr>
        <p:spPr>
          <a:xfrm>
            <a:off x="2051539" y="1874912"/>
            <a:ext cx="3593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[Employee]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4D887-A488-B6A8-25A2-2B191DB3B4EC}"/>
              </a:ext>
            </a:extLst>
          </p:cNvPr>
          <p:cNvSpPr txBox="1"/>
          <p:nvPr/>
        </p:nvSpPr>
        <p:spPr>
          <a:xfrm>
            <a:off x="6096000" y="187491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[Id]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[FirstName]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[Title]</a:t>
            </a:r>
            <a:endParaRPr lang="en-US" sz="1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[Address]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[City]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[State]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[Country]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PostalCode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[Phone]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[Fax]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[Email]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[Employee]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709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QUERY PROJECTION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6C6AD-49A2-80CF-361B-8C3057ED92D9}"/>
              </a:ext>
            </a:extLst>
          </p:cNvPr>
          <p:cNvSpPr txBox="1"/>
          <p:nvPr/>
        </p:nvSpPr>
        <p:spPr>
          <a:xfrm>
            <a:off x="2051539" y="1874912"/>
            <a:ext cx="3593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e </a:t>
            </a:r>
            <a:r>
              <a:rPr lang="en-US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Employees </a:t>
            </a:r>
            <a:br>
              <a:rPr lang="en-US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e</a:t>
            </a:r>
            <a:endParaRPr lang="en-US" dirty="0"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4D887-A488-B6A8-25A2-2B191DB3B4EC}"/>
              </a:ext>
            </a:extLst>
          </p:cNvPr>
          <p:cNvSpPr txBox="1"/>
          <p:nvPr/>
        </p:nvSpPr>
        <p:spPr>
          <a:xfrm>
            <a:off x="5398477" y="1874912"/>
            <a:ext cx="67935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e </a:t>
            </a:r>
            <a:r>
              <a:rPr lang="en-US" sz="1800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Employees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</a:t>
            </a:r>
            <a:r>
              <a:rPr lang="en-US" sz="1800" dirty="0">
                <a:solidFill>
                  <a:srgbClr val="0000FF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{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e.Id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e.LastName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e.FirstName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FullName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=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e.FirstName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+ </a:t>
            </a:r>
            <a:r>
              <a:rPr lang="en-US" sz="1800" dirty="0">
                <a:solidFill>
                  <a:srgbClr val="B41414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" "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+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e.LastName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e.Title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e.Address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e.City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e.State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e.Country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e.PostalCode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e.Phone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e.Fax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   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e.Email</a:t>
            </a: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endParaRPr lang="en-US" sz="1800" dirty="0"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690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NO TRACKING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21466-6571-0DF2-AA5A-C8FE59753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2" y="2085888"/>
            <a:ext cx="7534275" cy="1200329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var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albums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db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Albums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AsNoTracking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   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ToList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646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NO TRACKING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387C5-384E-5E2A-7BFE-665685243FED}"/>
              </a:ext>
            </a:extLst>
          </p:cNvPr>
          <p:cNvSpPr txBox="1"/>
          <p:nvPr/>
        </p:nvSpPr>
        <p:spPr>
          <a:xfrm>
            <a:off x="1538288" y="2052769"/>
            <a:ext cx="107533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Montserrat Medium" panose="00000600000000000000" pitchFamily="2" charset="0"/>
              </a:rPr>
              <a:t>protected override void </a:t>
            </a:r>
            <a:r>
              <a:rPr lang="en-US" sz="2000" dirty="0" err="1">
                <a:latin typeface="Montserrat Medium" panose="00000600000000000000" pitchFamily="2" charset="0"/>
              </a:rPr>
              <a:t>OnConfiguring</a:t>
            </a:r>
            <a:r>
              <a:rPr lang="en-US" sz="2000" dirty="0">
                <a:latin typeface="Montserrat Medium" panose="00000600000000000000" pitchFamily="2" charset="0"/>
              </a:rPr>
              <a:t>(</a:t>
            </a:r>
            <a:r>
              <a:rPr lang="en-US" sz="2000" dirty="0" err="1">
                <a:latin typeface="Montserrat Medium" panose="00000600000000000000" pitchFamily="2" charset="0"/>
              </a:rPr>
              <a:t>DbContextOptionsBuilder</a:t>
            </a:r>
            <a:r>
              <a:rPr lang="en-US" sz="2000" dirty="0">
                <a:latin typeface="Montserrat Medium" panose="00000600000000000000" pitchFamily="2" charset="0"/>
              </a:rPr>
              <a:t> </a:t>
            </a:r>
            <a:r>
              <a:rPr lang="en-US" sz="2000" dirty="0" err="1">
                <a:latin typeface="Montserrat Medium" panose="00000600000000000000" pitchFamily="2" charset="0"/>
              </a:rPr>
              <a:t>optionsBuilder</a:t>
            </a:r>
            <a:r>
              <a:rPr lang="en-US" sz="2000" dirty="0">
                <a:latin typeface="Montserrat Medium" panose="00000600000000000000" pitchFamily="2" charset="0"/>
              </a:rPr>
              <a:t>)</a:t>
            </a:r>
          </a:p>
          <a:p>
            <a:r>
              <a:rPr lang="en-US" sz="2000" dirty="0">
                <a:latin typeface="Montserrat Medium" panose="00000600000000000000" pitchFamily="2" charset="0"/>
              </a:rPr>
              <a:t>{</a:t>
            </a:r>
          </a:p>
          <a:p>
            <a:r>
              <a:rPr lang="en-US" sz="2000" dirty="0">
                <a:latin typeface="Montserrat Medium" panose="00000600000000000000" pitchFamily="2" charset="0"/>
              </a:rPr>
              <a:t>    </a:t>
            </a:r>
            <a:r>
              <a:rPr lang="en-US" sz="2000" dirty="0" err="1">
                <a:latin typeface="Montserrat Medium" panose="00000600000000000000" pitchFamily="2" charset="0"/>
              </a:rPr>
              <a:t>optionsBuilder</a:t>
            </a:r>
            <a:endParaRPr lang="en-US" sz="2000" dirty="0">
              <a:latin typeface="Montserrat Medium" panose="00000600000000000000" pitchFamily="2" charset="0"/>
            </a:endParaRPr>
          </a:p>
          <a:p>
            <a:r>
              <a:rPr lang="en-US" sz="2000" dirty="0">
                <a:latin typeface="Montserrat Medium" panose="00000600000000000000" pitchFamily="2" charset="0"/>
              </a:rPr>
              <a:t>       .</a:t>
            </a:r>
            <a:r>
              <a:rPr lang="en-US" sz="2000" dirty="0" err="1">
                <a:latin typeface="Montserrat Medium" panose="00000600000000000000" pitchFamily="2" charset="0"/>
              </a:rPr>
              <a:t>UseSqlServer</a:t>
            </a:r>
            <a:r>
              <a:rPr lang="en-US" sz="2000" dirty="0">
                <a:latin typeface="Montserrat Medium" panose="00000600000000000000" pitchFamily="2" charset="0"/>
              </a:rPr>
              <a:t>(ConnectionString)</a:t>
            </a:r>
          </a:p>
          <a:p>
            <a:r>
              <a:rPr lang="en-US" sz="2000" dirty="0">
                <a:latin typeface="Montserrat Medium" panose="00000600000000000000" pitchFamily="2" charset="0"/>
              </a:rPr>
              <a:t>       .</a:t>
            </a:r>
            <a:r>
              <a:rPr lang="en-US" sz="2000" dirty="0" err="1">
                <a:latin typeface="Montserrat Medium" panose="00000600000000000000" pitchFamily="2" charset="0"/>
              </a:rPr>
              <a:t>UseQueryTrackingBehavior</a:t>
            </a:r>
            <a:r>
              <a:rPr lang="en-US" sz="2000" dirty="0">
                <a:latin typeface="Montserrat Medium" panose="00000600000000000000" pitchFamily="2" charset="0"/>
              </a:rPr>
              <a:t>(</a:t>
            </a:r>
            <a:r>
              <a:rPr lang="en-US" sz="2000" dirty="0" err="1">
                <a:latin typeface="Montserrat Medium" panose="00000600000000000000" pitchFamily="2" charset="0"/>
              </a:rPr>
              <a:t>QueryTrackingBehavior.NoTracking</a:t>
            </a:r>
            <a:r>
              <a:rPr lang="en-US" sz="2000" dirty="0">
                <a:latin typeface="Montserrat Medium" panose="00000600000000000000" pitchFamily="2" charset="0"/>
              </a:rPr>
              <a:t>);</a:t>
            </a:r>
          </a:p>
          <a:p>
            <a:r>
              <a:rPr lang="en-US" sz="2000" dirty="0">
                <a:latin typeface="Montserrat Medium" panose="00000600000000000000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6640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7520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IDENTITY RESOLUTION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F88F15-56B8-A20D-CF6E-A307D6DC4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2" y="2085888"/>
            <a:ext cx="9224230" cy="1200329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var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albums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db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Albums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AsNoTrackingWithIdentityResolution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   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ToList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94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7737231" y="743404"/>
            <a:ext cx="41148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EAGER LOADING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D07C0-B346-6E64-30CB-502C757B861A}"/>
              </a:ext>
            </a:extLst>
          </p:cNvPr>
          <p:cNvSpPr txBox="1"/>
          <p:nvPr/>
        </p:nvSpPr>
        <p:spPr>
          <a:xfrm>
            <a:off x="2016368" y="1935705"/>
            <a:ext cx="95601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thisYearFirstDay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= new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DateTime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DateTime.Now.Year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1, 1);</a:t>
            </a:r>
          </a:p>
          <a:p>
            <a:endParaRPr lang="en-US" sz="2000" b="0" i="0" dirty="0">
              <a:solidFill>
                <a:srgbClr val="292929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thisYearInvoices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context.Invoices</a:t>
            </a:r>
            <a:b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.Include(i =&gt;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i.Customer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  <a:b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.Where(i =&gt;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i.</a:t>
            </a:r>
            <a:r>
              <a:rPr lang="en-US" sz="2000" dirty="0" err="1">
                <a:solidFill>
                  <a:srgbClr val="29292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Invoice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&gt;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thisYearFirstDay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);</a:t>
            </a:r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74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55985" y="743404"/>
            <a:ext cx="93960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THE PROBLEM WITH LAZY LOADING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D07C0-B346-6E64-30CB-502C757B861A}"/>
              </a:ext>
            </a:extLst>
          </p:cNvPr>
          <p:cNvSpPr txBox="1"/>
          <p:nvPr/>
        </p:nvSpPr>
        <p:spPr>
          <a:xfrm>
            <a:off x="1852246" y="1935705"/>
            <a:ext cx="100935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thisYearFirstDay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= new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DateTime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DateTime.Now.Year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, 1, 1);</a:t>
            </a: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</a:t>
            </a:r>
            <a:r>
              <a:rPr lang="en-US" sz="2000" dirty="0" err="1">
                <a:solidFill>
                  <a:srgbClr val="29292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Invoice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=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context.Invoices</a:t>
            </a:r>
            <a:endParaRPr lang="en-US" sz="2000" b="0" i="0" dirty="0">
              <a:solidFill>
                <a:srgbClr val="292929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  .Where(i =&gt; i.</a:t>
            </a:r>
            <a:r>
              <a:rPr lang="en-US" sz="2000" dirty="0">
                <a:solidFill>
                  <a:srgbClr val="29292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000" dirty="0" err="1">
                <a:solidFill>
                  <a:srgbClr val="29292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Invoice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&gt;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thisYearFirstDay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);</a:t>
            </a:r>
          </a:p>
          <a:p>
            <a:endParaRPr lang="en-US" sz="2000" b="0" i="0" dirty="0">
              <a:solidFill>
                <a:srgbClr val="292929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foreach (var invoice in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thisYear</a:t>
            </a:r>
            <a:r>
              <a:rPr lang="en-US" sz="2000" dirty="0" err="1">
                <a:solidFill>
                  <a:srgbClr val="29292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Invoice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    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Console.WriteLine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($"{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invoice.Id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} {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invoice.</a:t>
            </a:r>
            <a:r>
              <a:rPr lang="en-US" sz="2000" dirty="0" err="1">
                <a:solidFill>
                  <a:srgbClr val="292929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Invoice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Date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} 			   	{</a:t>
            </a:r>
            <a:r>
              <a:rPr lang="en-US" sz="2000" b="0" i="0" dirty="0" err="1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invoice.Customer.Company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}");</a:t>
            </a:r>
          </a:p>
          <a:p>
            <a:r>
              <a:rPr lang="en-US" sz="2000" b="0" i="0" dirty="0">
                <a:solidFill>
                  <a:srgbClr val="292929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9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805E6-20E5-F823-EF9E-9A072505A44D}"/>
              </a:ext>
            </a:extLst>
          </p:cNvPr>
          <p:cNvSpPr txBox="1"/>
          <p:nvPr/>
        </p:nvSpPr>
        <p:spPr>
          <a:xfrm>
            <a:off x="7696174" y="743404"/>
            <a:ext cx="411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STORED PROCS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F0CED-FC42-776E-5740-DEFF88A43943}"/>
              </a:ext>
            </a:extLst>
          </p:cNvPr>
          <p:cNvSpPr txBox="1"/>
          <p:nvPr/>
        </p:nvSpPr>
        <p:spPr>
          <a:xfrm>
            <a:off x="1658815" y="2633801"/>
            <a:ext cx="103807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public Artist 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GetById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(int id)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var artists = 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context.Artists</a:t>
            </a:r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          .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FromSql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($“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dbo.sproc_GetArtistDetails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{id}")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          .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ToList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</a:p>
          <a:p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return </a:t>
            </a:r>
            <a:r>
              <a:rPr lang="en-US" sz="20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artists.FirstOrDefault</a:t>
            </a:r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</a:p>
          <a:p>
            <a:r>
              <a:rPr lang="en-US" sz="20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57498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399" y="743404"/>
            <a:ext cx="80361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GLOBAL QUERY FILTERS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0D6E6D-BA6F-9651-8968-13A41CEAC0F6}"/>
              </a:ext>
            </a:extLst>
          </p:cNvPr>
          <p:cNvSpPr/>
          <p:nvPr/>
        </p:nvSpPr>
        <p:spPr>
          <a:xfrm>
            <a:off x="1940621" y="2037834"/>
            <a:ext cx="111001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modelBuilder.Entity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&lt;Album&gt;().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HasQueryFilter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(p =&gt; !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p.IsOutOfStock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);</a:t>
            </a:r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924E2-A10B-78D8-DFAF-655B7B6E2690}"/>
              </a:ext>
            </a:extLst>
          </p:cNvPr>
          <p:cNvSpPr/>
          <p:nvPr/>
        </p:nvSpPr>
        <p:spPr>
          <a:xfrm>
            <a:off x="1940621" y="2962896"/>
            <a:ext cx="88763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albums = 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context.Albums.Include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(a =&gt; 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a.Tracks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	.Where(a =&gt; 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a.ArtistId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== id);</a:t>
            </a:r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6592A-4C96-2E43-25D1-4B850ED6B54A}"/>
              </a:ext>
            </a:extLst>
          </p:cNvPr>
          <p:cNvSpPr txBox="1"/>
          <p:nvPr/>
        </p:nvSpPr>
        <p:spPr>
          <a:xfrm>
            <a:off x="1940621" y="4195734"/>
            <a:ext cx="9964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// Hide invoices older than 14 years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modelBuilder.Entity</a:t>
            </a:r>
            <a:r>
              <a:rPr lang="en-US" sz="18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&lt;Invoice&gt;().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.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HasQueryFilter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(i =&gt;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i.InvoiceDate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&gt;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DateTime.Now.AddYears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(-14));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8C513-6113-D637-8CF0-1EB4F528FF0A}"/>
              </a:ext>
            </a:extLst>
          </p:cNvPr>
          <p:cNvSpPr/>
          <p:nvPr/>
        </p:nvSpPr>
        <p:spPr>
          <a:xfrm>
            <a:off x="1940621" y="5367017"/>
            <a:ext cx="99055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invoices = 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context.Invoices.Include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(i =&gt; 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i.InvoiceLines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	.Where(i =&gt; </a:t>
            </a:r>
            <a:r>
              <a:rPr lang="en-US" sz="2000" dirty="0" err="1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i.CustomerId</a:t>
            </a:r>
            <a:r>
              <a:rPr lang="en-US" sz="2000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== id);</a:t>
            </a:r>
            <a:endParaRPr lang="en-US" sz="20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9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85D234-DAC8-0C4A-A1F3-1C6ED7A18865}"/>
              </a:ext>
            </a:extLst>
          </p:cNvPr>
          <p:cNvSpPr/>
          <p:nvPr/>
        </p:nvSpPr>
        <p:spPr>
          <a:xfrm>
            <a:off x="1588" y="-5667"/>
            <a:ext cx="11163300" cy="6863667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C10FE-8A1F-469B-8D3B-1FC57061B846}"/>
              </a:ext>
            </a:extLst>
          </p:cNvPr>
          <p:cNvSpPr txBox="1"/>
          <p:nvPr/>
        </p:nvSpPr>
        <p:spPr>
          <a:xfrm>
            <a:off x="7487444" y="3834874"/>
            <a:ext cx="3214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.NET</a:t>
            </a:r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742362DA-35A5-82CC-C8B8-92450ED01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09" y="1366024"/>
            <a:ext cx="4977614" cy="523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77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CODE CORRECTLY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F4155-C7DB-B365-BB3B-524000458D7D}"/>
              </a:ext>
            </a:extLst>
          </p:cNvPr>
          <p:cNvSpPr txBox="1"/>
          <p:nvPr/>
        </p:nvSpPr>
        <p:spPr>
          <a:xfrm>
            <a:off x="2538046" y="1787769"/>
            <a:ext cx="91615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private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readonly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ChinookDbContext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_context;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_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context.Albums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</a:p>
          <a:p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 (int i = 0; i &lt;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albumsData.Count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 i++)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_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Response.Items.Add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(new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Models.Items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{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Name =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albumsData.ToList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()[i].Name,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....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Created = 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DateTime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albumsData.ToList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()[i].Created,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    Updated = 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DateTime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albumsData.ToList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()[i].Updated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});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176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CODE CORRECTLY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F4155-C7DB-B365-BB3B-524000458D7D}"/>
              </a:ext>
            </a:extLst>
          </p:cNvPr>
          <p:cNvSpPr txBox="1"/>
          <p:nvPr/>
        </p:nvSpPr>
        <p:spPr>
          <a:xfrm>
            <a:off x="2538046" y="1787769"/>
            <a:ext cx="91615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private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readonly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ChinookDbContext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_context;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var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_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context.Albums.ToList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</a:p>
          <a:p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foreach (var album in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albumsData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{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_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Response.Albums.Add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(new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Models.Items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{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Name =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album.Name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,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....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Created = 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DateTime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album.Created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,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Updated = (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DateTime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)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album.Updated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});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9342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C1C8-8105-A423-2BBD-9AA0D154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icky notes on a wall">
            <a:extLst>
              <a:ext uri="{FF2B5EF4-FFF2-40B4-BE49-F238E27FC236}">
                <a16:creationId xmlns:a16="http://schemas.microsoft.com/office/drawing/2014/main" id="{8B2F313C-3617-876F-887E-E5951903E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6819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8BE85-2CC0-3B52-FF6D-8EB859CE3A34}"/>
              </a:ext>
            </a:extLst>
          </p:cNvPr>
          <p:cNvSpPr txBox="1"/>
          <p:nvPr/>
        </p:nvSpPr>
        <p:spPr>
          <a:xfrm>
            <a:off x="9568195" y="2699458"/>
            <a:ext cx="26238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Other 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1839962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18A99-5CA8-433E-ADE7-279E5BF705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endParaRPr kumimoji="0" lang="en-US" sz="1600" b="0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1C95A-FD2C-4B03-8EB3-A8C1017E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Detective Tip #1 – understand query Plans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017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91D138-9D96-437E-9921-7AA17B61FA98}"/>
              </a:ext>
            </a:extLst>
          </p:cNvPr>
          <p:cNvSpPr/>
          <p:nvPr/>
        </p:nvSpPr>
        <p:spPr>
          <a:xfrm>
            <a:off x="400787" y="142540"/>
            <a:ext cx="112439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SELECT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c.CustomerId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t.Name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TrackName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a.Title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AlbumName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ar.Name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ArtistName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i.InvoiceDate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FROM Customer AS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Invoice AS i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c.CustomerId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i.CustomerId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InvoiceLine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i.InvoiceId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il.InvoiceId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Track AS t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il.TrackId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t.TrackId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Album AS a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t.AlbumId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a.AlbumId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Artist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a.ArtistId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ar.ArtistId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WHERE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c.CustomerId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ORDER BY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AlbumName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52891-5548-4C5A-9974-960130898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888"/>
            <a:ext cx="12192000" cy="25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6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FB0A1-901F-45F3-914B-4808B0A60D7F}"/>
              </a:ext>
            </a:extLst>
          </p:cNvPr>
          <p:cNvSpPr/>
          <p:nvPr/>
        </p:nvSpPr>
        <p:spPr>
          <a:xfrm>
            <a:off x="243840" y="63030"/>
            <a:ext cx="117043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SELECT DISTINCT pp.[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nameFirst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NameFirst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], pp.[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nameLast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NameLast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franchName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[Franchise]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FROM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SeriesPost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[Teams] AS 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(sp.[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teamIDwinner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t.[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]) AND (sp.[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lgIDwinner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t.[lgID]) AND (sp.[yearID] = t.[yearID])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TeamsFranchises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t.[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franchID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franchID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[Pitching] AS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(t.[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]) AND (t.[lgID] = p.[lgID]) AND (t.[yearID] = p.[yearID])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[People] AS pp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p.[playerID] = pp.[playerID]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WHERE (sp.[round] = 'WS') AND (sp.[yearID] = 2018)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79176F-FFAF-4054-887C-B5B5AFAF7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2338"/>
            <a:ext cx="12192000" cy="34656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199339-F740-4D4E-9805-7DA775443643}"/>
                  </a:ext>
                </a:extLst>
              </p14:cNvPr>
              <p14:cNvContentPartPr/>
              <p14:nvPr/>
            </p14:nvContentPartPr>
            <p14:xfrm>
              <a:off x="41889" y="3839132"/>
              <a:ext cx="8451720" cy="1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199339-F740-4D4E-9805-7DA7754436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111" y="3731132"/>
                <a:ext cx="8559360" cy="3250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8F13A6-07E0-4B99-8B40-8AE6E8359343}"/>
              </a:ext>
            </a:extLst>
          </p:cNvPr>
          <p:cNvSpPr/>
          <p:nvPr/>
        </p:nvSpPr>
        <p:spPr>
          <a:xfrm>
            <a:off x="4048787" y="4899619"/>
            <a:ext cx="1349596" cy="117356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72B2B-88FC-444C-B5A3-4DFBCE941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289" y="1453492"/>
            <a:ext cx="3295363" cy="2786577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D17BDF1-ECA2-4066-84B6-4B3EB6D4F6A8}"/>
              </a:ext>
            </a:extLst>
          </p:cNvPr>
          <p:cNvSpPr/>
          <p:nvPr/>
        </p:nvSpPr>
        <p:spPr>
          <a:xfrm rot="20049201">
            <a:off x="5242138" y="4458835"/>
            <a:ext cx="1196301" cy="393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6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FAAAC-9D6B-9638-52EF-04BE1F970C87}"/>
              </a:ext>
            </a:extLst>
          </p:cNvPr>
          <p:cNvSpPr txBox="1"/>
          <p:nvPr/>
        </p:nvSpPr>
        <p:spPr>
          <a:xfrm>
            <a:off x="2327031" y="224636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indent="0">
              <a:buNone/>
            </a:pPr>
            <a:r>
              <a:rPr lang="en-US" sz="3600" dirty="0"/>
              <a:t>Response Caching</a:t>
            </a:r>
          </a:p>
          <a:p>
            <a:pPr marL="76200" indent="0">
              <a:buNone/>
            </a:pPr>
            <a:r>
              <a:rPr lang="en-US" sz="3600" dirty="0"/>
              <a:t>In-Memory Caching</a:t>
            </a:r>
          </a:p>
          <a:p>
            <a:pPr marL="76200" indent="0">
              <a:buNone/>
            </a:pPr>
            <a:r>
              <a:rPr lang="en-US" sz="3600" dirty="0"/>
              <a:t>Distributed Caching</a:t>
            </a:r>
          </a:p>
        </p:txBody>
      </p:sp>
      <p:pic>
        <p:nvPicPr>
          <p:cNvPr id="5122" name="Picture 2" descr="WordPress: Die 5 besten Caching Plugins im Test | technikfrage.de">
            <a:extLst>
              <a:ext uri="{FF2B5EF4-FFF2-40B4-BE49-F238E27FC236}">
                <a16:creationId xmlns:a16="http://schemas.microsoft.com/office/drawing/2014/main" id="{471A3093-B90A-BDD1-9F06-43807DFA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618" y="1293906"/>
            <a:ext cx="5802312" cy="427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551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RESPONSE 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5CC8481-B6E9-9753-3AD3-8A2558B74EF6}"/>
              </a:ext>
            </a:extLst>
          </p:cNvPr>
          <p:cNvSpPr txBox="1">
            <a:spLocks/>
          </p:cNvSpPr>
          <p:nvPr/>
        </p:nvSpPr>
        <p:spPr>
          <a:xfrm>
            <a:off x="2165486" y="1880903"/>
            <a:ext cx="6521314" cy="1770835"/>
          </a:xfrm>
          <a:prstGeom prst="rect">
            <a:avLst/>
          </a:prstGeom>
        </p:spPr>
        <p:txBody>
          <a:bodyPr/>
          <a:lstStyle>
            <a:lvl1pPr marL="228543" indent="-228543" algn="l" defTabSz="9141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9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0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6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2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7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3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9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0">
              <a:buFont typeface="Arial" panose="020B0604020202020204" pitchFamily="34" charset="0"/>
              <a:buNone/>
            </a:pPr>
            <a:r>
              <a:rPr lang="en-US" sz="2400" b="1" dirty="0">
                <a:latin typeface="Montserrat Medium" panose="00000600000000000000" pitchFamily="2" charset="0"/>
              </a:rPr>
              <a:t>Directs Caching on the consumer side</a:t>
            </a:r>
          </a:p>
          <a:p>
            <a:pPr marL="76200" indent="0">
              <a:buFont typeface="Arial" panose="020B0604020202020204" pitchFamily="34" charset="0"/>
              <a:buNone/>
            </a:pPr>
            <a:endParaRPr lang="en-US" sz="2400" dirty="0">
              <a:latin typeface="Montserrat Medium" panose="00000600000000000000" pitchFamily="2" charset="0"/>
            </a:endParaRPr>
          </a:p>
          <a:p>
            <a:pPr marL="76200" indent="0">
              <a:buFont typeface="Arial" panose="020B0604020202020204" pitchFamily="34" charset="0"/>
              <a:buNone/>
            </a:pPr>
            <a:r>
              <a:rPr lang="en-US" sz="2400" b="1" dirty="0">
                <a:latin typeface="Montserrat Medium" panose="00000600000000000000" pitchFamily="2" charset="0"/>
              </a:rPr>
              <a:t>HTTP 1.1 Caching specification</a:t>
            </a:r>
          </a:p>
          <a:p>
            <a:pPr marL="76200" indent="0">
              <a:buFont typeface="Arial" panose="020B0604020202020204" pitchFamily="34" charset="0"/>
              <a:buNone/>
            </a:pPr>
            <a:endParaRPr lang="en-US" sz="2400" dirty="0">
              <a:latin typeface="Montserrat Medium" panose="00000600000000000000" pitchFamily="2" charset="0"/>
            </a:endParaRPr>
          </a:p>
          <a:p>
            <a:pPr marL="76200" indent="0">
              <a:buFont typeface="Arial" panose="020B0604020202020204" pitchFamily="34" charset="0"/>
              <a:buNone/>
            </a:pPr>
            <a:endParaRPr lang="en-US" sz="2400" dirty="0">
              <a:latin typeface="Montserrat Medium" panose="000006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5FFB5-7DDB-C3E3-5439-36CACD54EEED}"/>
              </a:ext>
            </a:extLst>
          </p:cNvPr>
          <p:cNvSpPr txBox="1"/>
          <p:nvPr/>
        </p:nvSpPr>
        <p:spPr>
          <a:xfrm>
            <a:off x="2165485" y="3814246"/>
            <a:ext cx="89772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 Medium" panose="00000600000000000000" pitchFamily="2" charset="0"/>
              </a:rPr>
              <a:t>Install the NuGet package:</a:t>
            </a:r>
          </a:p>
          <a:p>
            <a:endParaRPr lang="en-US" sz="2400" dirty="0"/>
          </a:p>
          <a:p>
            <a:r>
              <a:rPr lang="en-US" sz="2400" dirty="0" err="1">
                <a:latin typeface="Consolas" panose="020B0609020204030204" pitchFamily="49" charset="0"/>
              </a:rPr>
              <a:t>Microsoft.Extensions.Caching.Abstractions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Montserrat Medium" panose="00000600000000000000" pitchFamily="2" charset="0"/>
              </a:rPr>
              <a:t>At start up add to Services: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services.AddResponseCaching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8950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50688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RESPONSE 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A1D25-EC75-5856-DD98-8B04A4EAD273}"/>
              </a:ext>
            </a:extLst>
          </p:cNvPr>
          <p:cNvSpPr/>
          <p:nvPr/>
        </p:nvSpPr>
        <p:spPr>
          <a:xfrm>
            <a:off x="1781909" y="4310713"/>
            <a:ext cx="101819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20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[</a:t>
            </a:r>
            <a:r>
              <a:rPr lang="en-US" sz="2400" dirty="0" err="1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ResponseCache</a:t>
            </a:r>
            <a:r>
              <a:rPr lang="en-US" sz="2400" dirty="0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(Location = </a:t>
            </a:r>
            <a:r>
              <a:rPr lang="en-US" sz="2400" dirty="0" err="1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ResponseCacheLocation.None</a:t>
            </a:r>
            <a:r>
              <a:rPr lang="en-US" sz="2400" dirty="0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sz="2400" dirty="0" err="1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NoStore</a:t>
            </a:r>
            <a:r>
              <a:rPr lang="en-US" sz="2400" dirty="0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= true)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</a:p>
          <a:p>
            <a:pPr marL="76200" indent="0">
              <a:buNone/>
            </a:pP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7620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  <a:cs typeface="Calibri" panose="020F0502020204030204" pitchFamily="34" charset="0"/>
              </a:rPr>
              <a:t>Response Header:</a:t>
            </a:r>
          </a:p>
          <a:p>
            <a:pPr marL="76200" indent="0">
              <a:buNone/>
            </a:pPr>
            <a:r>
              <a:rPr lang="it-IT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Cache-Control: no-store,no-cache</a:t>
            </a:r>
          </a:p>
          <a:p>
            <a:pPr marL="76200" indent="0">
              <a:buNone/>
            </a:pPr>
            <a:r>
              <a:rPr lang="it-IT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Pragma: no-cache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20C10-4C89-A3FB-9CC9-9E5DCBF568DF}"/>
              </a:ext>
            </a:extLst>
          </p:cNvPr>
          <p:cNvSpPr/>
          <p:nvPr/>
        </p:nvSpPr>
        <p:spPr>
          <a:xfrm>
            <a:off x="1781909" y="1893961"/>
            <a:ext cx="99177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200" indent="0">
              <a:buNone/>
            </a:pPr>
            <a:r>
              <a:rPr lang="en-US" sz="2400" dirty="0">
                <a:latin typeface="Montserrat Medium" panose="00000600000000000000" pitchFamily="2" charset="0"/>
                <a:ea typeface="Source Code Pro" panose="020B0509030403020204" pitchFamily="49" charset="0"/>
                <a:cs typeface="Calibri" panose="020F0502020204030204" pitchFamily="34" charset="0"/>
              </a:rPr>
              <a:t>Attribute on Controller or Action</a:t>
            </a:r>
          </a:p>
          <a:p>
            <a:pPr marL="7620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[</a:t>
            </a:r>
            <a:r>
              <a:rPr lang="en-US" sz="2400" dirty="0" err="1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ResponseCache</a:t>
            </a:r>
            <a:r>
              <a:rPr lang="en-US" sz="2400" dirty="0">
                <a:solidFill>
                  <a:srgbClr val="007D9A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(Duration = 60)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</a:p>
          <a:p>
            <a:pPr marL="76200" indent="0">
              <a:buNone/>
            </a:pP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7620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  <a:cs typeface="Calibri" panose="020F0502020204030204" pitchFamily="34" charset="0"/>
              </a:rPr>
              <a:t>Response Header:</a:t>
            </a:r>
          </a:p>
          <a:p>
            <a:pPr marL="76200" indent="0">
              <a:buNone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Cache-Control: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public,max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-age=60</a:t>
            </a:r>
          </a:p>
        </p:txBody>
      </p:sp>
    </p:spTree>
    <p:extLst>
      <p:ext uri="{BB962C8B-B14F-4D97-AF65-F5344CB8AC3E}">
        <p14:creationId xmlns:p14="http://schemas.microsoft.com/office/powerpoint/2010/main" val="113473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6582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IN-MEMORY 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B0557-00D1-3C4A-D300-B0893F1756FF}"/>
              </a:ext>
            </a:extLst>
          </p:cNvPr>
          <p:cNvSpPr txBox="1"/>
          <p:nvPr/>
        </p:nvSpPr>
        <p:spPr>
          <a:xfrm>
            <a:off x="2438399" y="2054442"/>
            <a:ext cx="90091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tserrat Medium" panose="00000600000000000000" pitchFamily="2" charset="0"/>
              </a:rPr>
              <a:t>Install the NuGet package:</a:t>
            </a:r>
          </a:p>
          <a:p>
            <a:endParaRPr lang="en-US" sz="2400" dirty="0"/>
          </a:p>
          <a:p>
            <a:r>
              <a:rPr lang="en-US" sz="2400" dirty="0" err="1">
                <a:latin typeface="Consolas" panose="020B0609020204030204" pitchFamily="49" charset="0"/>
              </a:rPr>
              <a:t>Microsoft.Extensions.Caching.Abstractions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Montserrat Medium" panose="00000600000000000000" pitchFamily="2" charset="0"/>
              </a:rPr>
              <a:t>At start up add to Services: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services.AddMemoryCache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71981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67D5-24C2-0292-E8DC-F51B030C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37C83C-7126-588B-68B9-19BFBA9C9551}"/>
              </a:ext>
            </a:extLst>
          </p:cNvPr>
          <p:cNvSpPr txBox="1"/>
          <p:nvPr/>
        </p:nvSpPr>
        <p:spPr>
          <a:xfrm>
            <a:off x="2438400" y="743404"/>
            <a:ext cx="6582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IN-MEMORY 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A708E1-C21C-6660-318E-7E9DAE18B036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78E79-77DD-C8A5-0ABC-ACE61B024BA5}"/>
              </a:ext>
            </a:extLst>
          </p:cNvPr>
          <p:cNvSpPr txBox="1"/>
          <p:nvPr/>
        </p:nvSpPr>
        <p:spPr>
          <a:xfrm>
            <a:off x="2438400" y="2171103"/>
            <a:ext cx="8506690" cy="142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 cache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services.GetService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IMemoryCache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&gt;();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cache.Set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("key", "value",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TimeSpan.FromMinutes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(10));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 value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cache.Get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&lt;string&gt;("key");</a:t>
            </a:r>
          </a:p>
        </p:txBody>
      </p:sp>
    </p:spTree>
    <p:extLst>
      <p:ext uri="{BB962C8B-B14F-4D97-AF65-F5344CB8AC3E}">
        <p14:creationId xmlns:p14="http://schemas.microsoft.com/office/powerpoint/2010/main" val="3236431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D4B2-012F-9499-8763-8B5FB589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E152C-A912-CDFE-7DFA-0B9C1F2C1497}"/>
              </a:ext>
            </a:extLst>
          </p:cNvPr>
          <p:cNvSpPr txBox="1"/>
          <p:nvPr/>
        </p:nvSpPr>
        <p:spPr>
          <a:xfrm>
            <a:off x="2438400" y="743404"/>
            <a:ext cx="6582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OUTPUT 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7F7400-9208-A648-05D1-0CE893B48CC6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21757-67B2-36CF-9F00-F1919CDDE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4111" y="1838760"/>
            <a:ext cx="5554726" cy="2963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services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48A8B"/>
                </a:solidFill>
                <a:effectLst/>
                <a:latin typeface="Hack" panose="020B0609030202020204" pitchFamily="49" charset="0"/>
              </a:rPr>
              <a:t>AddOutputCache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options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=&gt;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options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AddBasePolicy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builder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=&gt;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builder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Expire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TimeSpan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FromSeconds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(10)));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options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AddPolicy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Hack" panose="020B0609030202020204" pitchFamily="49" charset="0"/>
              </a:rPr>
              <a:t>"Expire20"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builder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=&gt;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builder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Expire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TimeSpan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FromSeconds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(20)));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options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AddPolicy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Hack" panose="020B0609030202020204" pitchFamily="49" charset="0"/>
              </a:rPr>
              <a:t>"Expire30"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builder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=&gt;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Hack" panose="020B0609030202020204" pitchFamily="49" charset="0"/>
              </a:rPr>
              <a:t>builder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Expire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TimeSpan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Hack" panose="020B0609030202020204" pitchFamily="49" charset="0"/>
              </a:rPr>
              <a:t>FromSeconds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(30)));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});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3C69F-46E7-0B57-4883-0D02EBCB7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4111" y="5214347"/>
            <a:ext cx="6042039" cy="1257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[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HttpGet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]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[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OutputCache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]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[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Produces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Hack" panose="020B0609030202020204" pitchFamily="49" charset="0"/>
              </a:rPr>
              <a:t>typeof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(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List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&lt;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Hack" panose="020B0609030202020204" pitchFamily="49" charset="0"/>
              </a:rPr>
              <a:t>AlbumApiModel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&gt;))]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</a:b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Hack" panose="020B0609030202020204" pitchFamily="49" charset="0"/>
              </a:rPr>
              <a:t>public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async Task&lt;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ActionResult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&lt;List&lt;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AlbumApiModel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</a:rPr>
              <a:t>&gt;&gt;&gt; Get()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97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7191-2C85-E9D2-EFFA-C28D093D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C5D10-BF03-AC48-7648-68C889C555F6}"/>
              </a:ext>
            </a:extLst>
          </p:cNvPr>
          <p:cNvSpPr txBox="1"/>
          <p:nvPr/>
        </p:nvSpPr>
        <p:spPr>
          <a:xfrm>
            <a:off x="2438400" y="743404"/>
            <a:ext cx="6582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OUTPUT CACHING 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03A2AE-FC42-80B7-AC8E-96AC66BD1070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F6023B1D-93D7-7AB7-2971-0E86D47AD27A}"/>
              </a:ext>
            </a:extLst>
          </p:cNvPr>
          <p:cNvSpPr txBox="1">
            <a:spLocks/>
          </p:cNvSpPr>
          <p:nvPr/>
        </p:nvSpPr>
        <p:spPr>
          <a:xfrm>
            <a:off x="2536555" y="1811999"/>
            <a:ext cx="9086292" cy="1617000"/>
          </a:xfrm>
          <a:prstGeom prst="rect">
            <a:avLst/>
          </a:prstGeom>
        </p:spPr>
        <p:txBody>
          <a:bodyPr/>
          <a:lstStyle>
            <a:lvl1pPr marL="228543" indent="-228543" algn="l" defTabSz="9141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9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0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6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2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7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3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9" indent="-228543" algn="l" defTabSz="91417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Only HTTP 200 responses are cached.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Only HTTP GET or HEAD requests are cached.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Responses that set cookies aren't cached.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Responses to authenticated requests aren't cached.</a:t>
            </a:r>
          </a:p>
        </p:txBody>
      </p:sp>
    </p:spTree>
    <p:extLst>
      <p:ext uri="{BB962C8B-B14F-4D97-AF65-F5344CB8AC3E}">
        <p14:creationId xmlns:p14="http://schemas.microsoft.com/office/powerpoint/2010/main" val="470819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28DC9-BB47-445C-9B13-0CD077BD9048}"/>
              </a:ext>
            </a:extLst>
          </p:cNvPr>
          <p:cNvSpPr txBox="1"/>
          <p:nvPr/>
        </p:nvSpPr>
        <p:spPr>
          <a:xfrm>
            <a:off x="2438400" y="743404"/>
            <a:ext cx="93198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DISTRIBUTED CACHING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FFE08C-0150-A24D-8F0E-E335CDBED811}"/>
              </a:ext>
            </a:extLst>
          </p:cNvPr>
          <p:cNvSpPr/>
          <p:nvPr/>
        </p:nvSpPr>
        <p:spPr>
          <a:xfrm>
            <a:off x="1588" y="-1"/>
            <a:ext cx="1536700" cy="6858001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52958-8BA6-0B71-AD0D-8A77B5463BAA}"/>
              </a:ext>
            </a:extLst>
          </p:cNvPr>
          <p:cNvSpPr txBox="1"/>
          <p:nvPr/>
        </p:nvSpPr>
        <p:spPr>
          <a:xfrm>
            <a:off x="2438400" y="1846275"/>
            <a:ext cx="6096000" cy="325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Montserrat Medium" panose="00000600000000000000" pitchFamily="2" charset="0"/>
              </a:rPr>
              <a:t>Local Redis Cache</a:t>
            </a:r>
          </a:p>
          <a:p>
            <a:pPr marL="5334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Montserrat Medium" panose="00000600000000000000" pitchFamily="2" charset="0"/>
              </a:rPr>
              <a:t>SQL Server Cache</a:t>
            </a:r>
          </a:p>
          <a:p>
            <a:pPr marL="5334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Montserrat Medium" panose="00000600000000000000" pitchFamily="2" charset="0"/>
              </a:rPr>
              <a:t>Azure Redis Cache</a:t>
            </a:r>
          </a:p>
          <a:p>
            <a:pPr marL="5334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Montserrat Medium" panose="00000600000000000000" pitchFamily="2" charset="0"/>
              </a:rPr>
              <a:t>Amazon </a:t>
            </a:r>
            <a:r>
              <a:rPr lang="en-US" sz="2800" dirty="0" err="1">
                <a:latin typeface="Montserrat Medium" panose="00000600000000000000" pitchFamily="2" charset="0"/>
              </a:rPr>
              <a:t>ElastiCache</a:t>
            </a:r>
            <a:endParaRPr lang="en-US" sz="2800" dirty="0">
              <a:latin typeface="Montserrat Medium" panose="00000600000000000000" pitchFamily="2" charset="0"/>
            </a:endParaRPr>
          </a:p>
          <a:p>
            <a:pPr marL="5334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Montserrat Medium" panose="00000600000000000000" pitchFamily="2" charset="0"/>
              </a:rPr>
              <a:t>Google Cloud </a:t>
            </a:r>
            <a:r>
              <a:rPr lang="en-US" sz="2800" dirty="0" err="1">
                <a:latin typeface="Montserrat Medium" panose="00000600000000000000" pitchFamily="2" charset="0"/>
              </a:rPr>
              <a:t>Memcache</a:t>
            </a:r>
            <a:endParaRPr lang="en-US" sz="2800" dirty="0">
              <a:latin typeface="Montserrat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83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BAD5A3-E0BD-7740-98D9-A42989EB584D}"/>
              </a:ext>
            </a:extLst>
          </p:cNvPr>
          <p:cNvSpPr/>
          <p:nvPr/>
        </p:nvSpPr>
        <p:spPr>
          <a:xfrm>
            <a:off x="3698632" y="0"/>
            <a:ext cx="8491782" cy="6858000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F05D99-BABB-4AC0-9E31-58496EEF10C5}"/>
              </a:ext>
            </a:extLst>
          </p:cNvPr>
          <p:cNvSpPr txBox="1"/>
          <p:nvPr/>
        </p:nvSpPr>
        <p:spPr>
          <a:xfrm>
            <a:off x="4955913" y="1161791"/>
            <a:ext cx="686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http://learn.microsoft.com/en-us/ef/core/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C365F-90A8-4908-A8D8-B53E4CB280C6}"/>
              </a:ext>
            </a:extLst>
          </p:cNvPr>
          <p:cNvSpPr txBox="1"/>
          <p:nvPr/>
        </p:nvSpPr>
        <p:spPr>
          <a:xfrm>
            <a:off x="4955912" y="2569554"/>
            <a:ext cx="7265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devblogs.microsoft.com/dotnet/tag/entity-framework/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D6A93-A62B-49B5-8C1A-6326EA3EF9E6}"/>
              </a:ext>
            </a:extLst>
          </p:cNvPr>
          <p:cNvSpPr txBox="1"/>
          <p:nvPr/>
        </p:nvSpPr>
        <p:spPr>
          <a:xfrm>
            <a:off x="4955912" y="3946540"/>
            <a:ext cx="6550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https://www.youtube.com/@dotnet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5FCF19-B632-4E22-946C-2A3693A0EE76}"/>
              </a:ext>
            </a:extLst>
          </p:cNvPr>
          <p:cNvSpPr txBox="1"/>
          <p:nvPr/>
        </p:nvSpPr>
        <p:spPr>
          <a:xfrm>
            <a:off x="4955913" y="5279596"/>
            <a:ext cx="623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https://github.com/dotnet/efcore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2FC8A05-4DA4-4729-B035-BAD89E501F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8846" y="1098754"/>
            <a:ext cx="464629" cy="4646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2EB4D4D-FA60-4D5A-B162-597293F14A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2332" y="2491129"/>
            <a:ext cx="464629" cy="46462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286FDA3-8DEF-478B-B004-93ADD82EF8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8846" y="3862400"/>
            <a:ext cx="464629" cy="46462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365B964-E801-49B8-98C8-472DB2A1B1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8846" y="5201171"/>
            <a:ext cx="464629" cy="4646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3ED485-9A32-E786-9024-D792030B4A0A}"/>
              </a:ext>
            </a:extLst>
          </p:cNvPr>
          <p:cNvSpPr txBox="1"/>
          <p:nvPr/>
        </p:nvSpPr>
        <p:spPr>
          <a:xfrm>
            <a:off x="-523548" y="5349814"/>
            <a:ext cx="45314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15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OTHER</a:t>
            </a:r>
          </a:p>
          <a:p>
            <a:pPr algn="ctr"/>
            <a:r>
              <a:rPr lang="en-US" sz="3000" spc="15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RESOURCES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74344B-214E-D609-E3C3-C3288EF146DD}"/>
              </a:ext>
            </a:extLst>
          </p:cNvPr>
          <p:cNvSpPr txBox="1"/>
          <p:nvPr/>
        </p:nvSpPr>
        <p:spPr>
          <a:xfrm>
            <a:off x="316067" y="5002597"/>
            <a:ext cx="2972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150" dirty="0">
                <a:latin typeface="Montserrat Medium" panose="00000600000000000000" pitchFamily="50" charset="0"/>
                <a:ea typeface="Montserrat" charset="0"/>
                <a:cs typeface="Montserrat" charset="0"/>
              </a:rPr>
              <a:t>Entity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3645294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CEE8BE-2A8C-DD47-A385-F736C1566725}"/>
              </a:ext>
            </a:extLst>
          </p:cNvPr>
          <p:cNvSpPr/>
          <p:nvPr/>
        </p:nvSpPr>
        <p:spPr>
          <a:xfrm>
            <a:off x="1588" y="0"/>
            <a:ext cx="4267200" cy="6858000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ACBAE8-F737-4A7B-AE90-EAAB3FD8EC50}"/>
              </a:ext>
            </a:extLst>
          </p:cNvPr>
          <p:cNvSpPr txBox="1"/>
          <p:nvPr/>
        </p:nvSpPr>
        <p:spPr>
          <a:xfrm>
            <a:off x="922338" y="1635149"/>
            <a:ext cx="31604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87A40-E325-4345-9A9E-16985F758994}"/>
              </a:ext>
            </a:extLst>
          </p:cNvPr>
          <p:cNvSpPr txBox="1"/>
          <p:nvPr/>
        </p:nvSpPr>
        <p:spPr>
          <a:xfrm>
            <a:off x="922337" y="2859535"/>
            <a:ext cx="3104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spc="300" dirty="0">
                <a:latin typeface="Montserrat Medium" panose="00000600000000000000" pitchFamily="50" charset="0"/>
                <a:ea typeface="Montserrat" charset="0"/>
                <a:cs typeface="Montserrat" charset="0"/>
              </a:rPr>
              <a:t>Turbo Charging EF Core</a:t>
            </a:r>
          </a:p>
        </p:txBody>
      </p:sp>
      <p:pic>
        <p:nvPicPr>
          <p:cNvPr id="8" name="Picture Placeholder 7" descr="Diagram&#10;&#10;Description automatically generated">
            <a:extLst>
              <a:ext uri="{FF2B5EF4-FFF2-40B4-BE49-F238E27FC236}">
                <a16:creationId xmlns:a16="http://schemas.microsoft.com/office/drawing/2014/main" id="{15D42605-ECB8-A835-B7CD-51E5B344CB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7" r="114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375710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3E6B14-44C6-094D-B194-49DC9C2FDB57}"/>
              </a:ext>
            </a:extLst>
          </p:cNvPr>
          <p:cNvSpPr/>
          <p:nvPr/>
        </p:nvSpPr>
        <p:spPr>
          <a:xfrm>
            <a:off x="1588" y="3429000"/>
            <a:ext cx="6094413" cy="2755900"/>
          </a:xfrm>
          <a:prstGeom prst="rect">
            <a:avLst/>
          </a:prstGeom>
          <a:solidFill>
            <a:srgbClr val="F8B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9B105-2DB8-407A-B4A9-0782FCDBEF0F}"/>
              </a:ext>
            </a:extLst>
          </p:cNvPr>
          <p:cNvSpPr txBox="1"/>
          <p:nvPr/>
        </p:nvSpPr>
        <p:spPr>
          <a:xfrm>
            <a:off x="1418724" y="4140200"/>
            <a:ext cx="36639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pc="300" dirty="0">
                <a:latin typeface="Montserrat SemiBold" panose="00000700000000000000" pitchFamily="50" charset="0"/>
                <a:ea typeface="Montserrat" charset="0"/>
                <a:cs typeface="Montserrat" charset="0"/>
              </a:rPr>
              <a:t>THANK YOU</a:t>
            </a:r>
          </a:p>
        </p:txBody>
      </p:sp>
      <p:pic>
        <p:nvPicPr>
          <p:cNvPr id="9" name="Picture 8" descr="Qr code&#10;&#10;Description automatically generated">
            <a:extLst>
              <a:ext uri="{FF2B5EF4-FFF2-40B4-BE49-F238E27FC236}">
                <a16:creationId xmlns:a16="http://schemas.microsoft.com/office/drawing/2014/main" id="{5E34CC82-7FF0-B837-C575-831FA043F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773" y="0"/>
            <a:ext cx="5463639" cy="54636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5BB84F-88B8-B3E4-30E4-354A467FE745}"/>
              </a:ext>
            </a:extLst>
          </p:cNvPr>
          <p:cNvSpPr txBox="1"/>
          <p:nvPr/>
        </p:nvSpPr>
        <p:spPr>
          <a:xfrm>
            <a:off x="232463" y="2208599"/>
            <a:ext cx="68003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https://</a:t>
            </a:r>
            <a:r>
              <a:rPr lang="en-US" sz="2800" dirty="0" err="1"/>
              <a:t>github.com</a:t>
            </a:r>
            <a:r>
              <a:rPr lang="en-US" sz="2800" dirty="0"/>
              <a:t>/</a:t>
            </a:r>
            <a:r>
              <a:rPr lang="en-US" sz="2800" dirty="0" err="1"/>
              <a:t>cwoodruff</a:t>
            </a:r>
            <a:r>
              <a:rPr lang="en-US" sz="2800" dirty="0"/>
              <a:t>/</a:t>
            </a:r>
            <a:r>
              <a:rPr lang="en-US" sz="2800" dirty="0" err="1"/>
              <a:t>EFCoreDemos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8932642"/>
      </p:ext>
    </p:extLst>
  </p:cSld>
  <p:clrMapOvr>
    <a:masterClrMapping/>
  </p:clrMapOvr>
</p:sld>
</file>

<file path=ppt/theme/theme1.xml><?xml version="1.0" encoding="utf-8"?>
<a:theme xmlns:a="http://schemas.openxmlformats.org/drawingml/2006/main" name="mnml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nml" id="{C6542E83-5061-4B7A-B30C-B21DD34754F1}" vid="{C5D6D251-6CA5-49F2-B710-4C2B801616B4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etective">
      <a:majorFont>
        <a:latin typeface="SF Comic Script"/>
        <a:ea typeface=""/>
        <a:cs typeface=""/>
      </a:majorFont>
      <a:minorFont>
        <a:latin typeface="Market_Dec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mnml</Template>
  <TotalTime>7977</TotalTime>
  <Words>1909</Words>
  <Application>Microsoft Macintosh PowerPoint</Application>
  <PresentationFormat>Widescreen</PresentationFormat>
  <Paragraphs>370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53" baseType="lpstr">
      <vt:lpstr>Arial</vt:lpstr>
      <vt:lpstr>Calibri</vt:lpstr>
      <vt:lpstr>Consolas</vt:lpstr>
      <vt:lpstr>Hack</vt:lpstr>
      <vt:lpstr>Market_Deco</vt:lpstr>
      <vt:lpstr>Montserrat</vt:lpstr>
      <vt:lpstr>Montserrat Medium</vt:lpstr>
      <vt:lpstr>Montserrat SemiBold</vt:lpstr>
      <vt:lpstr>Segoe UI</vt:lpstr>
      <vt:lpstr>Segoe UI Semilight</vt:lpstr>
      <vt:lpstr>SF Comic Script</vt:lpstr>
      <vt:lpstr>Source Code Pro</vt:lpstr>
      <vt:lpstr>mnml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Detective Tip #1 – understand query Plans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Woodruff</dc:creator>
  <cp:lastModifiedBy>Chris Woodruff</cp:lastModifiedBy>
  <cp:revision>3</cp:revision>
  <dcterms:created xsi:type="dcterms:W3CDTF">2023-02-19T13:28:57Z</dcterms:created>
  <dcterms:modified xsi:type="dcterms:W3CDTF">2026-01-26T14:36:43Z</dcterms:modified>
</cp:coreProperties>
</file>