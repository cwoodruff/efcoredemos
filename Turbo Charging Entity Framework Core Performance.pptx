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theme/theme2.xml" ContentType="application/vnd.openxmlformats-officedocument.theme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ink/ink1.xml" ContentType="application/inkml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0" r:id="rId1"/>
    <p:sldMasterId id="2147483682" r:id="rId2"/>
    <p:sldMasterId id="2147483713" r:id="rId3"/>
  </p:sldMasterIdLst>
  <p:notesMasterIdLst>
    <p:notesMasterId r:id="rId45"/>
  </p:notesMasterIdLst>
  <p:sldIdLst>
    <p:sldId id="257" r:id="rId4"/>
    <p:sldId id="295" r:id="rId5"/>
    <p:sldId id="298" r:id="rId6"/>
    <p:sldId id="297" r:id="rId7"/>
    <p:sldId id="337" r:id="rId8"/>
    <p:sldId id="292" r:id="rId9"/>
    <p:sldId id="278" r:id="rId10"/>
    <p:sldId id="301" r:id="rId11"/>
    <p:sldId id="336" r:id="rId12"/>
    <p:sldId id="314" r:id="rId13"/>
    <p:sldId id="317" r:id="rId14"/>
    <p:sldId id="302" r:id="rId15"/>
    <p:sldId id="321" r:id="rId16"/>
    <p:sldId id="322" r:id="rId17"/>
    <p:sldId id="323" r:id="rId18"/>
    <p:sldId id="304" r:id="rId19"/>
    <p:sldId id="333" r:id="rId20"/>
    <p:sldId id="316" r:id="rId21"/>
    <p:sldId id="331" r:id="rId22"/>
    <p:sldId id="332" r:id="rId23"/>
    <p:sldId id="320" r:id="rId24"/>
    <p:sldId id="318" r:id="rId25"/>
    <p:sldId id="299" r:id="rId26"/>
    <p:sldId id="308" r:id="rId27"/>
    <p:sldId id="313" r:id="rId28"/>
    <p:sldId id="338" r:id="rId29"/>
    <p:sldId id="260" r:id="rId30"/>
    <p:sldId id="339" r:id="rId31"/>
    <p:sldId id="291" r:id="rId32"/>
    <p:sldId id="307" r:id="rId33"/>
    <p:sldId id="329" r:id="rId34"/>
    <p:sldId id="334" r:id="rId35"/>
    <p:sldId id="330" r:id="rId36"/>
    <p:sldId id="342" r:id="rId37"/>
    <p:sldId id="340" r:id="rId38"/>
    <p:sldId id="341" r:id="rId39"/>
    <p:sldId id="327" r:id="rId40"/>
    <p:sldId id="343" r:id="rId41"/>
    <p:sldId id="326" r:id="rId42"/>
    <p:sldId id="280" r:id="rId43"/>
    <p:sldId id="285" r:id="rId4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132"/>
    <p:restoredTop sz="94726"/>
  </p:normalViewPr>
  <p:slideViewPr>
    <p:cSldViewPr snapToGrid="0">
      <p:cViewPr varScale="1">
        <p:scale>
          <a:sx n="102" d="100"/>
          <a:sy n="102" d="100"/>
        </p:scale>
        <p:origin x="1616" y="4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9" Type="http://schemas.openxmlformats.org/officeDocument/2006/relationships/slide" Target="slides/slide36.xml"/><Relationship Id="rId21" Type="http://schemas.openxmlformats.org/officeDocument/2006/relationships/slide" Target="slides/slide18.xml"/><Relationship Id="rId34" Type="http://schemas.openxmlformats.org/officeDocument/2006/relationships/slide" Target="slides/slide31.xml"/><Relationship Id="rId42" Type="http://schemas.openxmlformats.org/officeDocument/2006/relationships/slide" Target="slides/slide39.xml"/><Relationship Id="rId47" Type="http://schemas.openxmlformats.org/officeDocument/2006/relationships/viewProps" Target="viewProps.xml"/><Relationship Id="rId50" Type="http://schemas.microsoft.com/office/2016/11/relationships/changesInfo" Target="changesInfos/changesInfo1.xml"/><Relationship Id="rId7" Type="http://schemas.openxmlformats.org/officeDocument/2006/relationships/slide" Target="slides/slide4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9" Type="http://schemas.openxmlformats.org/officeDocument/2006/relationships/slide" Target="slides/slide26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40" Type="http://schemas.openxmlformats.org/officeDocument/2006/relationships/slide" Target="slides/slide37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49" Type="http://schemas.openxmlformats.org/officeDocument/2006/relationships/tableStyles" Target="tableStyles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slide" Target="slides/slide28.xml"/><Relationship Id="rId44" Type="http://schemas.openxmlformats.org/officeDocument/2006/relationships/slide" Target="slides/slide41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slide" Target="slides/slide40.xml"/><Relationship Id="rId48" Type="http://schemas.openxmlformats.org/officeDocument/2006/relationships/theme" Target="theme/theme1.xml"/><Relationship Id="rId8" Type="http://schemas.openxmlformats.org/officeDocument/2006/relationships/slide" Target="slides/slide5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presProps" Target="presProps.xml"/><Relationship Id="rId20" Type="http://schemas.openxmlformats.org/officeDocument/2006/relationships/slide" Target="slides/slide17.xml"/><Relationship Id="rId41" Type="http://schemas.openxmlformats.org/officeDocument/2006/relationships/slide" Target="slides/slide3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ris Woodruff" userId="2dbf025665e4d94d" providerId="LiveId" clId="{50E78C5F-1592-48D2-9537-DF657D25DAA2}"/>
    <pc:docChg chg="undo custSel addSld delSld modSld">
      <pc:chgData name="Chris Woodruff" userId="2dbf025665e4d94d" providerId="LiveId" clId="{50E78C5F-1592-48D2-9537-DF657D25DAA2}" dt="2024-11-14T11:43:04.165" v="305" actId="478"/>
      <pc:docMkLst>
        <pc:docMk/>
      </pc:docMkLst>
      <pc:sldChg chg="addSp delSp modSp mod">
        <pc:chgData name="Chris Woodruff" userId="2dbf025665e4d94d" providerId="LiveId" clId="{50E78C5F-1592-48D2-9537-DF657D25DAA2}" dt="2024-11-14T11:19:28.903" v="77" actId="1076"/>
        <pc:sldMkLst>
          <pc:docMk/>
          <pc:sldMk cId="3386384366" sldId="257"/>
        </pc:sldMkLst>
      </pc:sldChg>
      <pc:sldChg chg="addSp delSp add del setBg delDesignElem">
        <pc:chgData name="Chris Woodruff" userId="2dbf025665e4d94d" providerId="LiveId" clId="{50E78C5F-1592-48D2-9537-DF657D25DAA2}" dt="2024-11-14T11:36:59.286" v="258"/>
        <pc:sldMkLst>
          <pc:docMk/>
          <pc:sldMk cId="2430017358" sldId="260"/>
        </pc:sldMkLst>
      </pc:sldChg>
      <pc:sldChg chg="mod modShow">
        <pc:chgData name="Chris Woodruff" userId="2dbf025665e4d94d" providerId="LiveId" clId="{50E78C5F-1592-48D2-9537-DF657D25DAA2}" dt="2024-11-14T11:23:22.058" v="163" actId="729"/>
        <pc:sldMkLst>
          <pc:docMk/>
          <pc:sldMk cId="2153265512" sldId="292"/>
        </pc:sldMkLst>
      </pc:sldChg>
      <pc:sldChg chg="addSp delSp modSp mod">
        <pc:chgData name="Chris Woodruff" userId="2dbf025665e4d94d" providerId="LiveId" clId="{50E78C5F-1592-48D2-9537-DF657D25DAA2}" dt="2024-11-14T11:22:37.868" v="158" actId="1036"/>
        <pc:sldMkLst>
          <pc:docMk/>
          <pc:sldMk cId="1640912890" sldId="295"/>
        </pc:sldMkLst>
      </pc:sldChg>
      <pc:sldChg chg="addSp delSp modSp mod">
        <pc:chgData name="Chris Woodruff" userId="2dbf025665e4d94d" providerId="LiveId" clId="{50E78C5F-1592-48D2-9537-DF657D25DAA2}" dt="2024-11-14T11:23:27.362" v="165" actId="22"/>
        <pc:sldMkLst>
          <pc:docMk/>
          <pc:sldMk cId="3803258739" sldId="297"/>
        </pc:sldMkLst>
      </pc:sldChg>
      <pc:sldChg chg="del">
        <pc:chgData name="Chris Woodruff" userId="2dbf025665e4d94d" providerId="LiveId" clId="{50E78C5F-1592-48D2-9537-DF657D25DAA2}" dt="2024-11-14T11:29:59.388" v="171" actId="47"/>
        <pc:sldMkLst>
          <pc:docMk/>
          <pc:sldMk cId="2340466439" sldId="305"/>
        </pc:sldMkLst>
      </pc:sldChg>
      <pc:sldChg chg="del">
        <pc:chgData name="Chris Woodruff" userId="2dbf025665e4d94d" providerId="LiveId" clId="{50E78C5F-1592-48D2-9537-DF657D25DAA2}" dt="2024-11-14T11:29:59.388" v="171" actId="47"/>
        <pc:sldMkLst>
          <pc:docMk/>
          <pc:sldMk cId="2899664808" sldId="306"/>
        </pc:sldMkLst>
      </pc:sldChg>
      <pc:sldChg chg="modSp del mod">
        <pc:chgData name="Chris Woodruff" userId="2dbf025665e4d94d" providerId="LiveId" clId="{50E78C5F-1592-48D2-9537-DF657D25DAA2}" dt="2024-11-14T11:29:59.388" v="171" actId="47"/>
        <pc:sldMkLst>
          <pc:docMk/>
          <pc:sldMk cId="1449132614" sldId="325"/>
        </pc:sldMkLst>
      </pc:sldChg>
      <pc:sldChg chg="addSp delSp modSp mod">
        <pc:chgData name="Chris Woodruff" userId="2dbf025665e4d94d" providerId="LiveId" clId="{50E78C5F-1592-48D2-9537-DF657D25DAA2}" dt="2024-11-14T11:42:36.168" v="303" actId="478"/>
        <pc:sldMkLst>
          <pc:docMk/>
          <pc:sldMk cId="4071981889" sldId="330"/>
        </pc:sldMkLst>
      </pc:sldChg>
      <pc:sldChg chg="addSp delSp modSp new del mod modClrScheme chgLayout">
        <pc:chgData name="Chris Woodruff" userId="2dbf025665e4d94d" providerId="LiveId" clId="{50E78C5F-1592-48D2-9537-DF657D25DAA2}" dt="2024-11-13T11:11:49.407" v="10" actId="47"/>
        <pc:sldMkLst>
          <pc:docMk/>
          <pc:sldMk cId="3325612345" sldId="335"/>
        </pc:sldMkLst>
      </pc:sldChg>
      <pc:sldChg chg="addSp delSp modSp add mod delAnim">
        <pc:chgData name="Chris Woodruff" userId="2dbf025665e4d94d" providerId="LiveId" clId="{50E78C5F-1592-48D2-9537-DF657D25DAA2}" dt="2024-11-13T11:15:45.015" v="45" actId="14100"/>
        <pc:sldMkLst>
          <pc:docMk/>
          <pc:sldMk cId="762829755" sldId="336"/>
        </pc:sldMkLst>
      </pc:sldChg>
      <pc:sldChg chg="addSp delSp modSp new mod modClrScheme chgLayout">
        <pc:chgData name="Chris Woodruff" userId="2dbf025665e4d94d" providerId="LiveId" clId="{50E78C5F-1592-48D2-9537-DF657D25DAA2}" dt="2024-11-14T11:24:11.104" v="169" actId="207"/>
        <pc:sldMkLst>
          <pc:docMk/>
          <pc:sldMk cId="3691902755" sldId="337"/>
        </pc:sldMkLst>
      </pc:sldChg>
      <pc:sldChg chg="addSp delSp modSp add mod">
        <pc:chgData name="Chris Woodruff" userId="2dbf025665e4d94d" providerId="LiveId" clId="{50E78C5F-1592-48D2-9537-DF657D25DAA2}" dt="2024-11-14T11:33:20.810" v="215" actId="404"/>
        <pc:sldMkLst>
          <pc:docMk/>
          <pc:sldMk cId="1839962901" sldId="338"/>
        </pc:sldMkLst>
      </pc:sldChg>
      <pc:sldChg chg="add del">
        <pc:chgData name="Chris Woodruff" userId="2dbf025665e4d94d" providerId="LiveId" clId="{50E78C5F-1592-48D2-9537-DF657D25DAA2}" dt="2024-11-14T11:36:30.300" v="255"/>
        <pc:sldMkLst>
          <pc:docMk/>
          <pc:sldMk cId="2452896425" sldId="339"/>
        </pc:sldMkLst>
      </pc:sldChg>
      <pc:sldChg chg="delSp modSp add del mod">
        <pc:chgData name="Chris Woodruff" userId="2dbf025665e4d94d" providerId="LiveId" clId="{50E78C5F-1592-48D2-9537-DF657D25DAA2}" dt="2024-11-14T11:36:22.929" v="252" actId="47"/>
        <pc:sldMkLst>
          <pc:docMk/>
          <pc:sldMk cId="2661595783" sldId="339"/>
        </pc:sldMkLst>
      </pc:sldChg>
      <pc:sldChg chg="addSp delSp modSp add mod modAnim">
        <pc:chgData name="Chris Woodruff" userId="2dbf025665e4d94d" providerId="LiveId" clId="{50E78C5F-1592-48D2-9537-DF657D25DAA2}" dt="2024-11-14T11:39:36.703" v="278" actId="1076"/>
        <pc:sldMkLst>
          <pc:docMk/>
          <pc:sldMk cId="1604972964" sldId="340"/>
        </pc:sldMkLst>
      </pc:sldChg>
      <pc:sldChg chg="addSp delSp modSp add mod delAnim">
        <pc:chgData name="Chris Woodruff" userId="2dbf025665e4d94d" providerId="LiveId" clId="{50E78C5F-1592-48D2-9537-DF657D25DAA2}" dt="2024-11-14T11:40:41.290" v="296" actId="2710"/>
        <pc:sldMkLst>
          <pc:docMk/>
          <pc:sldMk cId="470819115" sldId="341"/>
        </pc:sldMkLst>
      </pc:sldChg>
      <pc:sldChg chg="delSp modSp add mod">
        <pc:chgData name="Chris Woodruff" userId="2dbf025665e4d94d" providerId="LiveId" clId="{50E78C5F-1592-48D2-9537-DF657D25DAA2}" dt="2024-11-14T11:42:23.715" v="302" actId="1076"/>
        <pc:sldMkLst>
          <pc:docMk/>
          <pc:sldMk cId="3236431592" sldId="342"/>
        </pc:sldMkLst>
      </pc:sldChg>
      <pc:sldChg chg="delSp add mod">
        <pc:chgData name="Chris Woodruff" userId="2dbf025665e4d94d" providerId="LiveId" clId="{50E78C5F-1592-48D2-9537-DF657D25DAA2}" dt="2024-11-14T11:43:04.165" v="305" actId="478"/>
        <pc:sldMkLst>
          <pc:docMk/>
          <pc:sldMk cId="4028212623" sldId="343"/>
        </pc:sldMkLst>
      </pc:sldChg>
    </pc:docChg>
  </pc:docChgLst>
  <pc:docChgLst>
    <pc:chgData name="Chris Woodruff" userId="2dbf025665e4d94d" providerId="LiveId" clId="{51925F9E-6053-EB4C-94CD-33F2376F8FAE}"/>
    <pc:docChg chg="modSld">
      <pc:chgData name="Chris Woodruff" userId="2dbf025665e4d94d" providerId="LiveId" clId="{51925F9E-6053-EB4C-94CD-33F2376F8FAE}" dt="2024-11-03T10:57:35.179" v="2"/>
      <pc:docMkLst>
        <pc:docMk/>
      </pc:docMkLst>
      <pc:sldChg chg="modSp mod">
        <pc:chgData name="Chris Woodruff" userId="2dbf025665e4d94d" providerId="LiveId" clId="{51925F9E-6053-EB4C-94CD-33F2376F8FAE}" dt="2024-11-03T10:57:35.179" v="2"/>
        <pc:sldMkLst>
          <pc:docMk/>
          <pc:sldMk cId="3386384366" sldId="257"/>
        </pc:sldMkLst>
      </pc:sldChg>
      <pc:sldChg chg="modSp">
        <pc:chgData name="Chris Woodruff" userId="2dbf025665e4d94d" providerId="LiveId" clId="{51925F9E-6053-EB4C-94CD-33F2376F8FAE}" dt="2024-11-03T10:57:35.179" v="2"/>
        <pc:sldMkLst>
          <pc:docMk/>
          <pc:sldMk cId="2437571075" sldId="280"/>
        </pc:sldMkLst>
      </pc:sldChg>
      <pc:sldChg chg="modSp">
        <pc:chgData name="Chris Woodruff" userId="2dbf025665e4d94d" providerId="LiveId" clId="{51925F9E-6053-EB4C-94CD-33F2376F8FAE}" dt="2024-11-03T10:57:35.179" v="2"/>
        <pc:sldMkLst>
          <pc:docMk/>
          <pc:sldMk cId="1640912890" sldId="295"/>
        </pc:sldMkLst>
      </pc:sldChg>
      <pc:sldChg chg="modSp">
        <pc:chgData name="Chris Woodruff" userId="2dbf025665e4d94d" providerId="LiveId" clId="{51925F9E-6053-EB4C-94CD-33F2376F8FAE}" dt="2024-11-03T10:57:35.179" v="2"/>
        <pc:sldMkLst>
          <pc:docMk/>
          <pc:sldMk cId="3803258739" sldId="297"/>
        </pc:sldMkLst>
      </pc:sldChg>
      <pc:sldChg chg="modSp">
        <pc:chgData name="Chris Woodruff" userId="2dbf025665e4d94d" providerId="LiveId" clId="{51925F9E-6053-EB4C-94CD-33F2376F8FAE}" dt="2024-11-03T10:57:35.179" v="2"/>
        <pc:sldMkLst>
          <pc:docMk/>
          <pc:sldMk cId="2947075403" sldId="298"/>
        </pc:sldMkLst>
      </pc:sldChg>
    </pc:docChg>
  </pc:docChgLst>
  <pc:docChgLst>
    <pc:chgData name="Chris Woodruff" userId="2dbf025665e4d94d" providerId="LiveId" clId="{B9200E55-A2CF-0B4A-B8D6-AC61E118C47E}"/>
    <pc:docChg chg="modSld">
      <pc:chgData name="Chris Woodruff" userId="2dbf025665e4d94d" providerId="LiveId" clId="{B9200E55-A2CF-0B4A-B8D6-AC61E118C47E}" dt="2025-07-07T01:19:38.864" v="0" actId="729"/>
      <pc:docMkLst>
        <pc:docMk/>
      </pc:docMkLst>
      <pc:sldChg chg="mod modShow">
        <pc:chgData name="Chris Woodruff" userId="2dbf025665e4d94d" providerId="LiveId" clId="{B9200E55-A2CF-0B4A-B8D6-AC61E118C47E}" dt="2025-07-07T01:19:38.864" v="0" actId="729"/>
        <pc:sldMkLst>
          <pc:docMk/>
          <pc:sldMk cId="2153265512" sldId="292"/>
        </pc:sldMkLst>
      </pc:sldChg>
    </pc:docChg>
  </pc:docChgLst>
  <pc:docChgLst>
    <pc:chgData name="Chris Woodruff" userId="2dbf025665e4d94d" providerId="LiveId" clId="{CF12CBC5-5CF4-48A0-A58F-4ED7EEE9BFA7}"/>
    <pc:docChg chg="undo redo custSel addSld delSld modSld sldOrd delMainMaster">
      <pc:chgData name="Chris Woodruff" userId="2dbf025665e4d94d" providerId="LiveId" clId="{CF12CBC5-5CF4-48A0-A58F-4ED7EEE9BFA7}" dt="2023-03-11T00:05:01.502" v="3490" actId="403"/>
      <pc:docMkLst>
        <pc:docMk/>
      </pc:docMkLst>
      <pc:sldChg chg="addSp delSp modSp new del mod modClrScheme chgLayout">
        <pc:chgData name="Chris Woodruff" userId="2dbf025665e4d94d" providerId="LiveId" clId="{CF12CBC5-5CF4-48A0-A58F-4ED7EEE9BFA7}" dt="2023-02-19T13:29:53.955" v="4" actId="47"/>
        <pc:sldMkLst>
          <pc:docMk/>
          <pc:sldMk cId="608216407" sldId="256"/>
        </pc:sldMkLst>
      </pc:sldChg>
      <pc:sldChg chg="modSp add mod">
        <pc:chgData name="Chris Woodruff" userId="2dbf025665e4d94d" providerId="LiveId" clId="{CF12CBC5-5CF4-48A0-A58F-4ED7EEE9BFA7}" dt="2023-02-19T13:41:56.150" v="73" actId="121"/>
        <pc:sldMkLst>
          <pc:docMk/>
          <pc:sldMk cId="3386384366" sldId="257"/>
        </pc:sldMkLst>
      </pc:sldChg>
      <pc:sldChg chg="add del">
        <pc:chgData name="Chris Woodruff" userId="2dbf025665e4d94d" providerId="LiveId" clId="{CF12CBC5-5CF4-48A0-A58F-4ED7EEE9BFA7}" dt="2023-02-19T13:30:05.433" v="6" actId="47"/>
        <pc:sldMkLst>
          <pc:docMk/>
          <pc:sldMk cId="4004799092" sldId="258"/>
        </pc:sldMkLst>
      </pc:sldChg>
      <pc:sldChg chg="addSp delSp modSp add mod modAnim">
        <pc:chgData name="Chris Woodruff" userId="2dbf025665e4d94d" providerId="LiveId" clId="{CF12CBC5-5CF4-48A0-A58F-4ED7EEE9BFA7}" dt="2023-03-05T23:53:23.353" v="828" actId="1076"/>
        <pc:sldMkLst>
          <pc:docMk/>
          <pc:sldMk cId="3646867380" sldId="278"/>
        </pc:sldMkLst>
      </pc:sldChg>
      <pc:sldChg chg="addSp delSp modSp add mod">
        <pc:chgData name="Chris Woodruff" userId="2dbf025665e4d94d" providerId="LiveId" clId="{CF12CBC5-5CF4-48A0-A58F-4ED7EEE9BFA7}" dt="2023-02-20T11:56:03.384" v="361" actId="962"/>
        <pc:sldMkLst>
          <pc:docMk/>
          <pc:sldMk cId="2437571075" sldId="280"/>
        </pc:sldMkLst>
      </pc:sldChg>
      <pc:sldChg chg="addSp delSp modSp add mod">
        <pc:chgData name="Chris Woodruff" userId="2dbf025665e4d94d" providerId="LiveId" clId="{CF12CBC5-5CF4-48A0-A58F-4ED7EEE9BFA7}" dt="2023-03-04T13:20:14.411" v="630" actId="1076"/>
        <pc:sldMkLst>
          <pc:docMk/>
          <pc:sldMk cId="48932642" sldId="285"/>
        </pc:sldMkLst>
      </pc:sldChg>
      <pc:sldChg chg="delSp modSp del mod">
        <pc:chgData name="Chris Woodruff" userId="2dbf025665e4d94d" providerId="LiveId" clId="{CF12CBC5-5CF4-48A0-A58F-4ED7EEE9BFA7}" dt="2023-03-09T12:56:04.521" v="2422" actId="47"/>
        <pc:sldMkLst>
          <pc:docMk/>
          <pc:sldMk cId="2430281347" sldId="288"/>
        </pc:sldMkLst>
      </pc:sldChg>
      <pc:sldChg chg="addSp delSp modSp add del mod modAnim">
        <pc:chgData name="Chris Woodruff" userId="2dbf025665e4d94d" providerId="LiveId" clId="{CF12CBC5-5CF4-48A0-A58F-4ED7EEE9BFA7}" dt="2023-03-10T11:46:47.065" v="3445" actId="478"/>
        <pc:sldMkLst>
          <pc:docMk/>
          <pc:sldMk cId="2153265512" sldId="292"/>
        </pc:sldMkLst>
      </pc:sldChg>
      <pc:sldChg chg="addSp delSp modSp add mod">
        <pc:chgData name="Chris Woodruff" userId="2dbf025665e4d94d" providerId="LiveId" clId="{CF12CBC5-5CF4-48A0-A58F-4ED7EEE9BFA7}" dt="2023-03-04T13:28:33.915" v="746" actId="14100"/>
        <pc:sldMkLst>
          <pc:docMk/>
          <pc:sldMk cId="1640912890" sldId="295"/>
        </pc:sldMkLst>
      </pc:sldChg>
      <pc:sldChg chg="addSp delSp modSp add mod">
        <pc:chgData name="Chris Woodruff" userId="2dbf025665e4d94d" providerId="LiveId" clId="{CF12CBC5-5CF4-48A0-A58F-4ED7EEE9BFA7}" dt="2023-03-10T11:44:43.171" v="3439" actId="14826"/>
        <pc:sldMkLst>
          <pc:docMk/>
          <pc:sldMk cId="3803258739" sldId="297"/>
        </pc:sldMkLst>
      </pc:sldChg>
      <pc:sldChg chg="addSp delSp modSp add mod">
        <pc:chgData name="Chris Woodruff" userId="2dbf025665e4d94d" providerId="LiveId" clId="{CF12CBC5-5CF4-48A0-A58F-4ED7EEE9BFA7}" dt="2023-03-10T11:41:25.093" v="3437" actId="1076"/>
        <pc:sldMkLst>
          <pc:docMk/>
          <pc:sldMk cId="2947075403" sldId="298"/>
        </pc:sldMkLst>
      </pc:sldChg>
      <pc:sldChg chg="addSp delSp modSp add mod">
        <pc:chgData name="Chris Woodruff" userId="2dbf025665e4d94d" providerId="LiveId" clId="{CF12CBC5-5CF4-48A0-A58F-4ED7EEE9BFA7}" dt="2023-03-09T12:51:38.891" v="2388" actId="478"/>
        <pc:sldMkLst>
          <pc:docMk/>
          <pc:sldMk cId="1253677785" sldId="299"/>
        </pc:sldMkLst>
      </pc:sldChg>
      <pc:sldChg chg="addSp delSp modSp add del mod">
        <pc:chgData name="Chris Woodruff" userId="2dbf025665e4d94d" providerId="LiveId" clId="{CF12CBC5-5CF4-48A0-A58F-4ED7EEE9BFA7}" dt="2023-03-07T15:45:16.918" v="1198" actId="47"/>
        <pc:sldMkLst>
          <pc:docMk/>
          <pc:sldMk cId="263917153" sldId="300"/>
        </pc:sldMkLst>
      </pc:sldChg>
      <pc:sldChg chg="addSp modSp add mod modAnim">
        <pc:chgData name="Chris Woodruff" userId="2dbf025665e4d94d" providerId="LiveId" clId="{CF12CBC5-5CF4-48A0-A58F-4ED7EEE9BFA7}" dt="2023-03-10T11:46:46.388" v="3444"/>
        <pc:sldMkLst>
          <pc:docMk/>
          <pc:sldMk cId="835554608" sldId="301"/>
        </pc:sldMkLst>
      </pc:sldChg>
      <pc:sldChg chg="new del">
        <pc:chgData name="Chris Woodruff" userId="2dbf025665e4d94d" providerId="LiveId" clId="{CF12CBC5-5CF4-48A0-A58F-4ED7EEE9BFA7}" dt="2023-03-04T11:35:52.872" v="432" actId="680"/>
        <pc:sldMkLst>
          <pc:docMk/>
          <pc:sldMk cId="1892030586" sldId="301"/>
        </pc:sldMkLst>
      </pc:sldChg>
      <pc:sldChg chg="addSp modSp add mod modAnim">
        <pc:chgData name="Chris Woodruff" userId="2dbf025665e4d94d" providerId="LiveId" clId="{CF12CBC5-5CF4-48A0-A58F-4ED7EEE9BFA7}" dt="2023-03-09T13:14:53.798" v="2686" actId="404"/>
        <pc:sldMkLst>
          <pc:docMk/>
          <pc:sldMk cId="2455564896" sldId="302"/>
        </pc:sldMkLst>
      </pc:sldChg>
      <pc:sldChg chg="addSp modSp add del mod">
        <pc:chgData name="Chris Woodruff" userId="2dbf025665e4d94d" providerId="LiveId" clId="{CF12CBC5-5CF4-48A0-A58F-4ED7EEE9BFA7}" dt="2023-03-08T13:27:12.121" v="2067" actId="47"/>
        <pc:sldMkLst>
          <pc:docMk/>
          <pc:sldMk cId="3521625838" sldId="303"/>
        </pc:sldMkLst>
      </pc:sldChg>
      <pc:sldChg chg="addSp delSp modSp add mod">
        <pc:chgData name="Chris Woodruff" userId="2dbf025665e4d94d" providerId="LiveId" clId="{CF12CBC5-5CF4-48A0-A58F-4ED7EEE9BFA7}" dt="2023-03-10T02:36:38.771" v="2972" actId="22"/>
        <pc:sldMkLst>
          <pc:docMk/>
          <pc:sldMk cId="1546646107" sldId="304"/>
        </pc:sldMkLst>
      </pc:sldChg>
      <pc:sldChg chg="addSp modSp add mod">
        <pc:chgData name="Chris Woodruff" userId="2dbf025665e4d94d" providerId="LiveId" clId="{CF12CBC5-5CF4-48A0-A58F-4ED7EEE9BFA7}" dt="2023-03-09T13:16:16.545" v="2695" actId="404"/>
        <pc:sldMkLst>
          <pc:docMk/>
          <pc:sldMk cId="2340466439" sldId="305"/>
        </pc:sldMkLst>
      </pc:sldChg>
      <pc:sldChg chg="addSp modSp add mod modAnim">
        <pc:chgData name="Chris Woodruff" userId="2dbf025665e4d94d" providerId="LiveId" clId="{CF12CBC5-5CF4-48A0-A58F-4ED7EEE9BFA7}" dt="2023-03-11T00:05:01.502" v="3490" actId="403"/>
        <pc:sldMkLst>
          <pc:docMk/>
          <pc:sldMk cId="2899664808" sldId="306"/>
        </pc:sldMkLst>
      </pc:sldChg>
      <pc:sldChg chg="addSp delSp modSp add mod">
        <pc:chgData name="Chris Woodruff" userId="2dbf025665e4d94d" providerId="LiveId" clId="{CF12CBC5-5CF4-48A0-A58F-4ED7EEE9BFA7}" dt="2023-03-10T11:57:47.480" v="3456" actId="1076"/>
        <pc:sldMkLst>
          <pc:docMk/>
          <pc:sldMk cId="1691551782" sldId="307"/>
        </pc:sldMkLst>
      </pc:sldChg>
      <pc:sldChg chg="addSp delSp modSp add mod ord">
        <pc:chgData name="Chris Woodruff" userId="2dbf025665e4d94d" providerId="LiveId" clId="{CF12CBC5-5CF4-48A0-A58F-4ED7EEE9BFA7}" dt="2023-03-05T13:28:27.990" v="796"/>
        <pc:sldMkLst>
          <pc:docMk/>
          <pc:sldMk cId="3561765437" sldId="308"/>
        </pc:sldMkLst>
      </pc:sldChg>
      <pc:sldChg chg="modSp add del mod">
        <pc:chgData name="Chris Woodruff" userId="2dbf025665e4d94d" providerId="LiveId" clId="{CF12CBC5-5CF4-48A0-A58F-4ED7EEE9BFA7}" dt="2023-03-07T15:45:16.918" v="1198" actId="47"/>
        <pc:sldMkLst>
          <pc:docMk/>
          <pc:sldMk cId="1676778873" sldId="309"/>
        </pc:sldMkLst>
      </pc:sldChg>
      <pc:sldChg chg="addSp delSp modSp add del mod">
        <pc:chgData name="Chris Woodruff" userId="2dbf025665e4d94d" providerId="LiveId" clId="{CF12CBC5-5CF4-48A0-A58F-4ED7EEE9BFA7}" dt="2023-03-07T15:45:16.918" v="1198" actId="47"/>
        <pc:sldMkLst>
          <pc:docMk/>
          <pc:sldMk cId="3417890019" sldId="310"/>
        </pc:sldMkLst>
      </pc:sldChg>
      <pc:sldChg chg="addSp delSp modSp add del mod">
        <pc:chgData name="Chris Woodruff" userId="2dbf025665e4d94d" providerId="LiveId" clId="{CF12CBC5-5CF4-48A0-A58F-4ED7EEE9BFA7}" dt="2023-03-07T15:45:16.918" v="1198" actId="47"/>
        <pc:sldMkLst>
          <pc:docMk/>
          <pc:sldMk cId="3687895351" sldId="311"/>
        </pc:sldMkLst>
      </pc:sldChg>
      <pc:sldChg chg="delSp modSp add del mod">
        <pc:chgData name="Chris Woodruff" userId="2dbf025665e4d94d" providerId="LiveId" clId="{CF12CBC5-5CF4-48A0-A58F-4ED7EEE9BFA7}" dt="2023-03-09T13:04:57.066" v="2581" actId="47"/>
        <pc:sldMkLst>
          <pc:docMk/>
          <pc:sldMk cId="3719288918" sldId="312"/>
        </pc:sldMkLst>
      </pc:sldChg>
      <pc:sldChg chg="new del">
        <pc:chgData name="Chris Woodruff" userId="2dbf025665e4d94d" providerId="LiveId" clId="{CF12CBC5-5CF4-48A0-A58F-4ED7EEE9BFA7}" dt="2023-03-04T13:25:17.189" v="634" actId="680"/>
        <pc:sldMkLst>
          <pc:docMk/>
          <pc:sldMk cId="4173492599" sldId="312"/>
        </pc:sldMkLst>
      </pc:sldChg>
      <pc:sldChg chg="modSp add mod">
        <pc:chgData name="Chris Woodruff" userId="2dbf025665e4d94d" providerId="LiveId" clId="{CF12CBC5-5CF4-48A0-A58F-4ED7EEE9BFA7}" dt="2023-03-05T13:32:46.885" v="817" actId="20577"/>
        <pc:sldMkLst>
          <pc:docMk/>
          <pc:sldMk cId="3049342748" sldId="313"/>
        </pc:sldMkLst>
      </pc:sldChg>
      <pc:sldChg chg="new del">
        <pc:chgData name="Chris Woodruff" userId="2dbf025665e4d94d" providerId="LiveId" clId="{CF12CBC5-5CF4-48A0-A58F-4ED7EEE9BFA7}" dt="2023-03-05T23:52:32.483" v="820" actId="680"/>
        <pc:sldMkLst>
          <pc:docMk/>
          <pc:sldMk cId="1775021560" sldId="314"/>
        </pc:sldMkLst>
      </pc:sldChg>
      <pc:sldChg chg="addSp delSp modSp add mod delAnim modAnim">
        <pc:chgData name="Chris Woodruff" userId="2dbf025665e4d94d" providerId="LiveId" clId="{CF12CBC5-5CF4-48A0-A58F-4ED7EEE9BFA7}" dt="2023-03-09T13:11:35.429" v="2653" actId="14100"/>
        <pc:sldMkLst>
          <pc:docMk/>
          <pc:sldMk cId="1835766150" sldId="314"/>
        </pc:sldMkLst>
      </pc:sldChg>
      <pc:sldChg chg="add del">
        <pc:chgData name="Chris Woodruff" userId="2dbf025665e4d94d" providerId="LiveId" clId="{CF12CBC5-5CF4-48A0-A58F-4ED7EEE9BFA7}" dt="2023-03-06T01:10:20.620" v="863"/>
        <pc:sldMkLst>
          <pc:docMk/>
          <pc:sldMk cId="907346280" sldId="315"/>
        </pc:sldMkLst>
      </pc:sldChg>
      <pc:sldChg chg="addSp modSp add del">
        <pc:chgData name="Chris Woodruff" userId="2dbf025665e4d94d" providerId="LiveId" clId="{CF12CBC5-5CF4-48A0-A58F-4ED7EEE9BFA7}" dt="2023-03-07T15:45:16.918" v="1198" actId="47"/>
        <pc:sldMkLst>
          <pc:docMk/>
          <pc:sldMk cId="1501774739" sldId="315"/>
        </pc:sldMkLst>
      </pc:sldChg>
      <pc:sldChg chg="addSp modSp add mod">
        <pc:chgData name="Chris Woodruff" userId="2dbf025665e4d94d" providerId="LiveId" clId="{CF12CBC5-5CF4-48A0-A58F-4ED7EEE9BFA7}" dt="2023-03-10T02:33:31.973" v="2931" actId="14100"/>
        <pc:sldMkLst>
          <pc:docMk/>
          <pc:sldMk cId="1387294262" sldId="316"/>
        </pc:sldMkLst>
      </pc:sldChg>
      <pc:sldChg chg="addSp modSp add mod modAnim">
        <pc:chgData name="Chris Woodruff" userId="2dbf025665e4d94d" providerId="LiveId" clId="{CF12CBC5-5CF4-48A0-A58F-4ED7EEE9BFA7}" dt="2023-03-09T13:13:13.652" v="2670" actId="1076"/>
        <pc:sldMkLst>
          <pc:docMk/>
          <pc:sldMk cId="3869421071" sldId="317"/>
        </pc:sldMkLst>
      </pc:sldChg>
      <pc:sldChg chg="addSp modSp add mod modAnim">
        <pc:chgData name="Chris Woodruff" userId="2dbf025665e4d94d" providerId="LiveId" clId="{CF12CBC5-5CF4-48A0-A58F-4ED7EEE9BFA7}" dt="2023-03-10T11:53:02.413" v="3449"/>
        <pc:sldMkLst>
          <pc:docMk/>
          <pc:sldMk cId="2841194485" sldId="318"/>
        </pc:sldMkLst>
      </pc:sldChg>
      <pc:sldChg chg="addSp delSp modSp add del mod">
        <pc:chgData name="Chris Woodruff" userId="2dbf025665e4d94d" providerId="LiveId" clId="{CF12CBC5-5CF4-48A0-A58F-4ED7EEE9BFA7}" dt="2023-03-07T16:07:32.391" v="1481" actId="47"/>
        <pc:sldMkLst>
          <pc:docMk/>
          <pc:sldMk cId="2212496852" sldId="319"/>
        </pc:sldMkLst>
      </pc:sldChg>
      <pc:sldChg chg="addSp delSp modSp add mod">
        <pc:chgData name="Chris Woodruff" userId="2dbf025665e4d94d" providerId="LiveId" clId="{CF12CBC5-5CF4-48A0-A58F-4ED7EEE9BFA7}" dt="2023-03-10T02:44:45.408" v="3099" actId="14100"/>
        <pc:sldMkLst>
          <pc:docMk/>
          <pc:sldMk cId="2257498372" sldId="320"/>
        </pc:sldMkLst>
      </pc:sldChg>
      <pc:sldChg chg="addSp delSp modSp add mod ord modAnim">
        <pc:chgData name="Chris Woodruff" userId="2dbf025665e4d94d" providerId="LiveId" clId="{CF12CBC5-5CF4-48A0-A58F-4ED7EEE9BFA7}" dt="2023-03-08T13:17:39.609" v="2005" actId="22"/>
        <pc:sldMkLst>
          <pc:docMk/>
          <pc:sldMk cId="3273778021" sldId="321"/>
        </pc:sldMkLst>
      </pc:sldChg>
      <pc:sldChg chg="modSp add modAnim">
        <pc:chgData name="Chris Woodruff" userId="2dbf025665e4d94d" providerId="LiveId" clId="{CF12CBC5-5CF4-48A0-A58F-4ED7EEE9BFA7}" dt="2023-03-08T13:18:19.801" v="2063"/>
        <pc:sldMkLst>
          <pc:docMk/>
          <pc:sldMk cId="919709343" sldId="322"/>
        </pc:sldMkLst>
      </pc:sldChg>
      <pc:sldChg chg="modSp add del mod">
        <pc:chgData name="Chris Woodruff" userId="2dbf025665e4d94d" providerId="LiveId" clId="{CF12CBC5-5CF4-48A0-A58F-4ED7EEE9BFA7}" dt="2023-03-09T13:15:47.731" v="2693" actId="14100"/>
        <pc:sldMkLst>
          <pc:docMk/>
          <pc:sldMk cId="3214690758" sldId="323"/>
        </pc:sldMkLst>
      </pc:sldChg>
      <pc:sldChg chg="add del">
        <pc:chgData name="Chris Woodruff" userId="2dbf025665e4d94d" providerId="LiveId" clId="{CF12CBC5-5CF4-48A0-A58F-4ED7EEE9BFA7}" dt="2023-03-09T13:16:37.091" v="2696" actId="47"/>
        <pc:sldMkLst>
          <pc:docMk/>
          <pc:sldMk cId="3714100615" sldId="324"/>
        </pc:sldMkLst>
      </pc:sldChg>
      <pc:sldChg chg="addSp delSp modSp add mod">
        <pc:chgData name="Chris Woodruff" userId="2dbf025665e4d94d" providerId="LiveId" clId="{CF12CBC5-5CF4-48A0-A58F-4ED7EEE9BFA7}" dt="2023-03-09T13:17:01.277" v="2699" actId="113"/>
        <pc:sldMkLst>
          <pc:docMk/>
          <pc:sldMk cId="1449132614" sldId="325"/>
        </pc:sldMkLst>
      </pc:sldChg>
      <pc:sldChg chg="addSp delSp modSp add mod">
        <pc:chgData name="Chris Woodruff" userId="2dbf025665e4d94d" providerId="LiveId" clId="{CF12CBC5-5CF4-48A0-A58F-4ED7EEE9BFA7}" dt="2023-03-09T13:04:50.468" v="2580" actId="1076"/>
        <pc:sldMkLst>
          <pc:docMk/>
          <pc:sldMk cId="3645294761" sldId="326"/>
        </pc:sldMkLst>
      </pc:sldChg>
      <pc:sldChg chg="addSp modSp add mod">
        <pc:chgData name="Chris Woodruff" userId="2dbf025665e4d94d" providerId="LiveId" clId="{CF12CBC5-5CF4-48A0-A58F-4ED7EEE9BFA7}" dt="2023-03-09T13:20:57.641" v="2775" actId="404"/>
        <pc:sldMkLst>
          <pc:docMk/>
          <pc:sldMk cId="2715783471" sldId="327"/>
        </pc:sldMkLst>
      </pc:sldChg>
      <pc:sldChg chg="delSp add del mod">
        <pc:chgData name="Chris Woodruff" userId="2dbf025665e4d94d" providerId="LiveId" clId="{CF12CBC5-5CF4-48A0-A58F-4ED7EEE9BFA7}" dt="2023-03-10T11:56:33.302" v="3451" actId="47"/>
        <pc:sldMkLst>
          <pc:docMk/>
          <pc:sldMk cId="3360421178" sldId="328"/>
        </pc:sldMkLst>
      </pc:sldChg>
      <pc:sldChg chg="addSp delSp modSp add mod delAnim modAnim">
        <pc:chgData name="Chris Woodruff" userId="2dbf025665e4d94d" providerId="LiveId" clId="{CF12CBC5-5CF4-48A0-A58F-4ED7EEE9BFA7}" dt="2023-03-10T11:58:19.639" v="3459"/>
        <pc:sldMkLst>
          <pc:docMk/>
          <pc:sldMk cId="4089500166" sldId="329"/>
        </pc:sldMkLst>
      </pc:sldChg>
      <pc:sldChg chg="addSp delSp modSp add mod">
        <pc:chgData name="Chris Woodruff" userId="2dbf025665e4d94d" providerId="LiveId" clId="{CF12CBC5-5CF4-48A0-A58F-4ED7EEE9BFA7}" dt="2023-03-10T02:49:58.032" v="3170" actId="14100"/>
        <pc:sldMkLst>
          <pc:docMk/>
          <pc:sldMk cId="4071981889" sldId="330"/>
        </pc:sldMkLst>
      </pc:sldChg>
      <pc:sldChg chg="addSp delSp modSp add mod ord">
        <pc:chgData name="Chris Woodruff" userId="2dbf025665e4d94d" providerId="LiveId" clId="{CF12CBC5-5CF4-48A0-A58F-4ED7EEE9BFA7}" dt="2023-03-09T13:33:00.284" v="2919" actId="20577"/>
        <pc:sldMkLst>
          <pc:docMk/>
          <pc:sldMk cId="3722745890" sldId="331"/>
        </pc:sldMkLst>
      </pc:sldChg>
      <pc:sldChg chg="modSp add mod">
        <pc:chgData name="Chris Woodruff" userId="2dbf025665e4d94d" providerId="LiveId" clId="{CF12CBC5-5CF4-48A0-A58F-4ED7EEE9BFA7}" dt="2023-03-09T13:32:46.687" v="2915"/>
        <pc:sldMkLst>
          <pc:docMk/>
          <pc:sldMk cId="717496622" sldId="332"/>
        </pc:sldMkLst>
      </pc:sldChg>
      <pc:sldChg chg="addSp delSp modSp add mod">
        <pc:chgData name="Chris Woodruff" userId="2dbf025665e4d94d" providerId="LiveId" clId="{CF12CBC5-5CF4-48A0-A58F-4ED7EEE9BFA7}" dt="2023-03-10T02:39:01.860" v="3095" actId="14100"/>
        <pc:sldMkLst>
          <pc:docMk/>
          <pc:sldMk cId="3666640609" sldId="333"/>
        </pc:sldMkLst>
      </pc:sldChg>
      <pc:sldChg chg="delSp modSp add mod">
        <pc:chgData name="Chris Woodruff" userId="2dbf025665e4d94d" providerId="LiveId" clId="{CF12CBC5-5CF4-48A0-A58F-4ED7EEE9BFA7}" dt="2023-03-10T02:54:56.582" v="3216" actId="1076"/>
        <pc:sldMkLst>
          <pc:docMk/>
          <pc:sldMk cId="1134737387" sldId="334"/>
        </pc:sldMkLst>
      </pc:sldChg>
      <pc:sldChg chg="new del">
        <pc:chgData name="Chris Woodruff" userId="2dbf025665e4d94d" providerId="LiveId" clId="{CF12CBC5-5CF4-48A0-A58F-4ED7EEE9BFA7}" dt="2023-03-10T11:20:36.513" v="3218" actId="47"/>
        <pc:sldMkLst>
          <pc:docMk/>
          <pc:sldMk cId="3197588491" sldId="335"/>
        </pc:sldMkLst>
      </pc:sldChg>
      <pc:sldMasterChg chg="addSldLayout">
        <pc:chgData name="Chris Woodruff" userId="2dbf025665e4d94d" providerId="LiveId" clId="{CF12CBC5-5CF4-48A0-A58F-4ED7EEE9BFA7}" dt="2023-02-19T13:29:10.296" v="0" actId="680"/>
        <pc:sldMasterMkLst>
          <pc:docMk/>
          <pc:sldMasterMk cId="2907433350" sldId="2147483648"/>
        </pc:sldMasterMkLst>
        <pc:sldLayoutChg chg="add">
          <pc:chgData name="Chris Woodruff" userId="2dbf025665e4d94d" providerId="LiveId" clId="{CF12CBC5-5CF4-48A0-A58F-4ED7EEE9BFA7}" dt="2023-02-19T13:29:10.296" v="0" actId="680"/>
          <pc:sldLayoutMkLst>
            <pc:docMk/>
            <pc:sldMasterMk cId="2907433350" sldId="2147483648"/>
            <pc:sldLayoutMk cId="4221324403" sldId="2147483649"/>
          </pc:sldLayoutMkLst>
        </pc:sldLayoutChg>
      </pc:sldMasterChg>
      <pc:sldMasterChg chg="del delSldLayout">
        <pc:chgData name="Chris Woodruff" userId="2dbf025665e4d94d" providerId="LiveId" clId="{CF12CBC5-5CF4-48A0-A58F-4ED7EEE9BFA7}" dt="2023-03-09T12:56:04.521" v="2422" actId="47"/>
        <pc:sldMasterMkLst>
          <pc:docMk/>
          <pc:sldMasterMk cId="1687762587" sldId="2147483682"/>
        </pc:sldMasterMkLst>
        <pc:sldLayoutChg chg="del">
          <pc:chgData name="Chris Woodruff" userId="2dbf025665e4d94d" providerId="LiveId" clId="{CF12CBC5-5CF4-48A0-A58F-4ED7EEE9BFA7}" dt="2023-03-09T12:56:04.521" v="2422" actId="47"/>
          <pc:sldLayoutMkLst>
            <pc:docMk/>
            <pc:sldMasterMk cId="1687762587" sldId="2147483682"/>
            <pc:sldLayoutMk cId="4247617539" sldId="2147483683"/>
          </pc:sldLayoutMkLst>
        </pc:sldLayoutChg>
        <pc:sldLayoutChg chg="del">
          <pc:chgData name="Chris Woodruff" userId="2dbf025665e4d94d" providerId="LiveId" clId="{CF12CBC5-5CF4-48A0-A58F-4ED7EEE9BFA7}" dt="2023-03-09T12:56:04.521" v="2422" actId="47"/>
          <pc:sldLayoutMkLst>
            <pc:docMk/>
            <pc:sldMasterMk cId="1687762587" sldId="2147483682"/>
            <pc:sldLayoutMk cId="550414345" sldId="2147483684"/>
          </pc:sldLayoutMkLst>
        </pc:sldLayoutChg>
        <pc:sldLayoutChg chg="del">
          <pc:chgData name="Chris Woodruff" userId="2dbf025665e4d94d" providerId="LiveId" clId="{CF12CBC5-5CF4-48A0-A58F-4ED7EEE9BFA7}" dt="2023-03-09T12:56:04.521" v="2422" actId="47"/>
          <pc:sldLayoutMkLst>
            <pc:docMk/>
            <pc:sldMasterMk cId="1687762587" sldId="2147483682"/>
            <pc:sldLayoutMk cId="3973340880" sldId="2147483685"/>
          </pc:sldLayoutMkLst>
        </pc:sldLayoutChg>
        <pc:sldLayoutChg chg="del">
          <pc:chgData name="Chris Woodruff" userId="2dbf025665e4d94d" providerId="LiveId" clId="{CF12CBC5-5CF4-48A0-A58F-4ED7EEE9BFA7}" dt="2023-03-09T12:56:04.521" v="2422" actId="47"/>
          <pc:sldLayoutMkLst>
            <pc:docMk/>
            <pc:sldMasterMk cId="1687762587" sldId="2147483682"/>
            <pc:sldLayoutMk cId="2830109847" sldId="2147483686"/>
          </pc:sldLayoutMkLst>
        </pc:sldLayoutChg>
        <pc:sldLayoutChg chg="del">
          <pc:chgData name="Chris Woodruff" userId="2dbf025665e4d94d" providerId="LiveId" clId="{CF12CBC5-5CF4-48A0-A58F-4ED7EEE9BFA7}" dt="2023-03-09T12:56:04.521" v="2422" actId="47"/>
          <pc:sldLayoutMkLst>
            <pc:docMk/>
            <pc:sldMasterMk cId="1687762587" sldId="2147483682"/>
            <pc:sldLayoutMk cId="3807932059" sldId="2147483687"/>
          </pc:sldLayoutMkLst>
        </pc:sldLayoutChg>
        <pc:sldLayoutChg chg="del">
          <pc:chgData name="Chris Woodruff" userId="2dbf025665e4d94d" providerId="LiveId" clId="{CF12CBC5-5CF4-48A0-A58F-4ED7EEE9BFA7}" dt="2023-03-09T12:56:04.521" v="2422" actId="47"/>
          <pc:sldLayoutMkLst>
            <pc:docMk/>
            <pc:sldMasterMk cId="1687762587" sldId="2147483682"/>
            <pc:sldLayoutMk cId="772112579" sldId="2147483688"/>
          </pc:sldLayoutMkLst>
        </pc:sldLayoutChg>
        <pc:sldLayoutChg chg="del">
          <pc:chgData name="Chris Woodruff" userId="2dbf025665e4d94d" providerId="LiveId" clId="{CF12CBC5-5CF4-48A0-A58F-4ED7EEE9BFA7}" dt="2023-03-09T12:56:04.521" v="2422" actId="47"/>
          <pc:sldLayoutMkLst>
            <pc:docMk/>
            <pc:sldMasterMk cId="1687762587" sldId="2147483682"/>
            <pc:sldLayoutMk cId="4220406367" sldId="2147483689"/>
          </pc:sldLayoutMkLst>
        </pc:sldLayoutChg>
        <pc:sldLayoutChg chg="del">
          <pc:chgData name="Chris Woodruff" userId="2dbf025665e4d94d" providerId="LiveId" clId="{CF12CBC5-5CF4-48A0-A58F-4ED7EEE9BFA7}" dt="2023-03-09T12:56:04.521" v="2422" actId="47"/>
          <pc:sldLayoutMkLst>
            <pc:docMk/>
            <pc:sldMasterMk cId="1687762587" sldId="2147483682"/>
            <pc:sldLayoutMk cId="3427094417" sldId="2147483690"/>
          </pc:sldLayoutMkLst>
        </pc:sldLayoutChg>
        <pc:sldLayoutChg chg="del">
          <pc:chgData name="Chris Woodruff" userId="2dbf025665e4d94d" providerId="LiveId" clId="{CF12CBC5-5CF4-48A0-A58F-4ED7EEE9BFA7}" dt="2023-03-09T12:56:04.521" v="2422" actId="47"/>
          <pc:sldLayoutMkLst>
            <pc:docMk/>
            <pc:sldMasterMk cId="1687762587" sldId="2147483682"/>
            <pc:sldLayoutMk cId="3612063472" sldId="2147483691"/>
          </pc:sldLayoutMkLst>
        </pc:sldLayoutChg>
        <pc:sldLayoutChg chg="del">
          <pc:chgData name="Chris Woodruff" userId="2dbf025665e4d94d" providerId="LiveId" clId="{CF12CBC5-5CF4-48A0-A58F-4ED7EEE9BFA7}" dt="2023-03-09T12:56:04.521" v="2422" actId="47"/>
          <pc:sldLayoutMkLst>
            <pc:docMk/>
            <pc:sldMasterMk cId="1687762587" sldId="2147483682"/>
            <pc:sldLayoutMk cId="3792843707" sldId="2147483692"/>
          </pc:sldLayoutMkLst>
        </pc:sldLayoutChg>
        <pc:sldLayoutChg chg="del">
          <pc:chgData name="Chris Woodruff" userId="2dbf025665e4d94d" providerId="LiveId" clId="{CF12CBC5-5CF4-48A0-A58F-4ED7EEE9BFA7}" dt="2023-03-09T12:56:04.521" v="2422" actId="47"/>
          <pc:sldLayoutMkLst>
            <pc:docMk/>
            <pc:sldMasterMk cId="1687762587" sldId="2147483682"/>
            <pc:sldLayoutMk cId="4000935374" sldId="2147483693"/>
          </pc:sldLayoutMkLst>
        </pc:sldLayoutChg>
        <pc:sldLayoutChg chg="del">
          <pc:chgData name="Chris Woodruff" userId="2dbf025665e4d94d" providerId="LiveId" clId="{CF12CBC5-5CF4-48A0-A58F-4ED7EEE9BFA7}" dt="2023-03-09T12:56:04.521" v="2422" actId="47"/>
          <pc:sldLayoutMkLst>
            <pc:docMk/>
            <pc:sldMasterMk cId="1687762587" sldId="2147483682"/>
            <pc:sldLayoutMk cId="2905356855" sldId="2147483694"/>
          </pc:sldLayoutMkLst>
        </pc:sldLayoutChg>
        <pc:sldLayoutChg chg="del">
          <pc:chgData name="Chris Woodruff" userId="2dbf025665e4d94d" providerId="LiveId" clId="{CF12CBC5-5CF4-48A0-A58F-4ED7EEE9BFA7}" dt="2023-03-09T12:56:04.521" v="2422" actId="47"/>
          <pc:sldLayoutMkLst>
            <pc:docMk/>
            <pc:sldMasterMk cId="1687762587" sldId="2147483682"/>
            <pc:sldLayoutMk cId="1030739500" sldId="2147483695"/>
          </pc:sldLayoutMkLst>
        </pc:sldLayoutChg>
        <pc:sldLayoutChg chg="del">
          <pc:chgData name="Chris Woodruff" userId="2dbf025665e4d94d" providerId="LiveId" clId="{CF12CBC5-5CF4-48A0-A58F-4ED7EEE9BFA7}" dt="2023-03-09T12:56:04.521" v="2422" actId="47"/>
          <pc:sldLayoutMkLst>
            <pc:docMk/>
            <pc:sldMasterMk cId="1687762587" sldId="2147483682"/>
            <pc:sldLayoutMk cId="3609699862" sldId="2147483696"/>
          </pc:sldLayoutMkLst>
        </pc:sldLayoutChg>
        <pc:sldLayoutChg chg="del">
          <pc:chgData name="Chris Woodruff" userId="2dbf025665e4d94d" providerId="LiveId" clId="{CF12CBC5-5CF4-48A0-A58F-4ED7EEE9BFA7}" dt="2023-03-09T12:56:04.521" v="2422" actId="47"/>
          <pc:sldLayoutMkLst>
            <pc:docMk/>
            <pc:sldMasterMk cId="1687762587" sldId="2147483682"/>
            <pc:sldLayoutMk cId="2275975484" sldId="2147483697"/>
          </pc:sldLayoutMkLst>
        </pc:sldLayoutChg>
        <pc:sldLayoutChg chg="del">
          <pc:chgData name="Chris Woodruff" userId="2dbf025665e4d94d" providerId="LiveId" clId="{CF12CBC5-5CF4-48A0-A58F-4ED7EEE9BFA7}" dt="2023-03-09T12:56:04.521" v="2422" actId="47"/>
          <pc:sldLayoutMkLst>
            <pc:docMk/>
            <pc:sldMasterMk cId="1687762587" sldId="2147483682"/>
            <pc:sldLayoutMk cId="3302847574" sldId="2147483698"/>
          </pc:sldLayoutMkLst>
        </pc:sldLayoutChg>
        <pc:sldLayoutChg chg="del">
          <pc:chgData name="Chris Woodruff" userId="2dbf025665e4d94d" providerId="LiveId" clId="{CF12CBC5-5CF4-48A0-A58F-4ED7EEE9BFA7}" dt="2023-03-09T12:56:04.521" v="2422" actId="47"/>
          <pc:sldLayoutMkLst>
            <pc:docMk/>
            <pc:sldMasterMk cId="1687762587" sldId="2147483682"/>
            <pc:sldLayoutMk cId="3324499797" sldId="2147483699"/>
          </pc:sldLayoutMkLst>
        </pc:sldLayoutChg>
        <pc:sldLayoutChg chg="del">
          <pc:chgData name="Chris Woodruff" userId="2dbf025665e4d94d" providerId="LiveId" clId="{CF12CBC5-5CF4-48A0-A58F-4ED7EEE9BFA7}" dt="2023-03-09T12:56:04.521" v="2422" actId="47"/>
          <pc:sldLayoutMkLst>
            <pc:docMk/>
            <pc:sldMasterMk cId="1687762587" sldId="2147483682"/>
            <pc:sldLayoutMk cId="762805378" sldId="2147483700"/>
          </pc:sldLayoutMkLst>
        </pc:sldLayoutChg>
        <pc:sldLayoutChg chg="del">
          <pc:chgData name="Chris Woodruff" userId="2dbf025665e4d94d" providerId="LiveId" clId="{CF12CBC5-5CF4-48A0-A58F-4ED7EEE9BFA7}" dt="2023-03-09T12:56:04.521" v="2422" actId="47"/>
          <pc:sldLayoutMkLst>
            <pc:docMk/>
            <pc:sldMasterMk cId="1687762587" sldId="2147483682"/>
            <pc:sldLayoutMk cId="67749416" sldId="2147483701"/>
          </pc:sldLayoutMkLst>
        </pc:sldLayoutChg>
        <pc:sldLayoutChg chg="del">
          <pc:chgData name="Chris Woodruff" userId="2dbf025665e4d94d" providerId="LiveId" clId="{CF12CBC5-5CF4-48A0-A58F-4ED7EEE9BFA7}" dt="2023-03-09T12:56:04.521" v="2422" actId="47"/>
          <pc:sldLayoutMkLst>
            <pc:docMk/>
            <pc:sldMasterMk cId="1687762587" sldId="2147483682"/>
            <pc:sldLayoutMk cId="3430428217" sldId="2147483702"/>
          </pc:sldLayoutMkLst>
        </pc:sldLayoutChg>
        <pc:sldLayoutChg chg="del">
          <pc:chgData name="Chris Woodruff" userId="2dbf025665e4d94d" providerId="LiveId" clId="{CF12CBC5-5CF4-48A0-A58F-4ED7EEE9BFA7}" dt="2023-03-09T12:56:04.521" v="2422" actId="47"/>
          <pc:sldLayoutMkLst>
            <pc:docMk/>
            <pc:sldMasterMk cId="1687762587" sldId="2147483682"/>
            <pc:sldLayoutMk cId="3920028398" sldId="2147483703"/>
          </pc:sldLayoutMkLst>
        </pc:sldLayoutChg>
        <pc:sldLayoutChg chg="del">
          <pc:chgData name="Chris Woodruff" userId="2dbf025665e4d94d" providerId="LiveId" clId="{CF12CBC5-5CF4-48A0-A58F-4ED7EEE9BFA7}" dt="2023-03-09T12:56:04.521" v="2422" actId="47"/>
          <pc:sldLayoutMkLst>
            <pc:docMk/>
            <pc:sldMasterMk cId="1687762587" sldId="2147483682"/>
            <pc:sldLayoutMk cId="3246748222" sldId="2147483704"/>
          </pc:sldLayoutMkLst>
        </pc:sldLayoutChg>
        <pc:sldLayoutChg chg="del">
          <pc:chgData name="Chris Woodruff" userId="2dbf025665e4d94d" providerId="LiveId" clId="{CF12CBC5-5CF4-48A0-A58F-4ED7EEE9BFA7}" dt="2023-03-09T12:56:04.521" v="2422" actId="47"/>
          <pc:sldLayoutMkLst>
            <pc:docMk/>
            <pc:sldMasterMk cId="1687762587" sldId="2147483682"/>
            <pc:sldLayoutMk cId="1513872651" sldId="2147483705"/>
          </pc:sldLayoutMkLst>
        </pc:sldLayoutChg>
        <pc:sldLayoutChg chg="del">
          <pc:chgData name="Chris Woodruff" userId="2dbf025665e4d94d" providerId="LiveId" clId="{CF12CBC5-5CF4-48A0-A58F-4ED7EEE9BFA7}" dt="2023-03-09T12:56:04.521" v="2422" actId="47"/>
          <pc:sldLayoutMkLst>
            <pc:docMk/>
            <pc:sldMasterMk cId="1687762587" sldId="2147483682"/>
            <pc:sldLayoutMk cId="544939028" sldId="2147483706"/>
          </pc:sldLayoutMkLst>
        </pc:sldLayoutChg>
        <pc:sldLayoutChg chg="del">
          <pc:chgData name="Chris Woodruff" userId="2dbf025665e4d94d" providerId="LiveId" clId="{CF12CBC5-5CF4-48A0-A58F-4ED7EEE9BFA7}" dt="2023-03-09T12:56:04.521" v="2422" actId="47"/>
          <pc:sldLayoutMkLst>
            <pc:docMk/>
            <pc:sldMasterMk cId="1687762587" sldId="2147483682"/>
            <pc:sldLayoutMk cId="2634813525" sldId="2147483707"/>
          </pc:sldLayoutMkLst>
        </pc:sldLayoutChg>
        <pc:sldLayoutChg chg="del">
          <pc:chgData name="Chris Woodruff" userId="2dbf025665e4d94d" providerId="LiveId" clId="{CF12CBC5-5CF4-48A0-A58F-4ED7EEE9BFA7}" dt="2023-03-09T12:56:04.521" v="2422" actId="47"/>
          <pc:sldLayoutMkLst>
            <pc:docMk/>
            <pc:sldMasterMk cId="1687762587" sldId="2147483682"/>
            <pc:sldLayoutMk cId="147328275" sldId="2147483708"/>
          </pc:sldLayoutMkLst>
        </pc:sldLayoutChg>
        <pc:sldLayoutChg chg="del">
          <pc:chgData name="Chris Woodruff" userId="2dbf025665e4d94d" providerId="LiveId" clId="{CF12CBC5-5CF4-48A0-A58F-4ED7EEE9BFA7}" dt="2023-03-09T12:56:04.521" v="2422" actId="47"/>
          <pc:sldLayoutMkLst>
            <pc:docMk/>
            <pc:sldMasterMk cId="1687762587" sldId="2147483682"/>
            <pc:sldLayoutMk cId="1233248146" sldId="2147483709"/>
          </pc:sldLayoutMkLst>
        </pc:sldLayoutChg>
        <pc:sldLayoutChg chg="del">
          <pc:chgData name="Chris Woodruff" userId="2dbf025665e4d94d" providerId="LiveId" clId="{CF12CBC5-5CF4-48A0-A58F-4ED7EEE9BFA7}" dt="2023-03-09T12:56:04.521" v="2422" actId="47"/>
          <pc:sldLayoutMkLst>
            <pc:docMk/>
            <pc:sldMasterMk cId="1687762587" sldId="2147483682"/>
            <pc:sldLayoutMk cId="478588968" sldId="2147483710"/>
          </pc:sldLayoutMkLst>
        </pc:sldLayoutChg>
        <pc:sldLayoutChg chg="del">
          <pc:chgData name="Chris Woodruff" userId="2dbf025665e4d94d" providerId="LiveId" clId="{CF12CBC5-5CF4-48A0-A58F-4ED7EEE9BFA7}" dt="2023-03-09T12:56:04.521" v="2422" actId="47"/>
          <pc:sldLayoutMkLst>
            <pc:docMk/>
            <pc:sldMasterMk cId="1687762587" sldId="2147483682"/>
            <pc:sldLayoutMk cId="3372356733" sldId="2147483711"/>
          </pc:sldLayoutMkLst>
        </pc:sldLayoutChg>
        <pc:sldLayoutChg chg="del">
          <pc:chgData name="Chris Woodruff" userId="2dbf025665e4d94d" providerId="LiveId" clId="{CF12CBC5-5CF4-48A0-A58F-4ED7EEE9BFA7}" dt="2023-03-09T12:56:04.521" v="2422" actId="47"/>
          <pc:sldLayoutMkLst>
            <pc:docMk/>
            <pc:sldMasterMk cId="1687762587" sldId="2147483682"/>
            <pc:sldLayoutMk cId="2229430385" sldId="2147483712"/>
          </pc:sldLayoutMkLst>
        </pc:sldLayoutChg>
      </pc:sldMaster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19-06-20T09:14:36.56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0 160,'933'0,"-785"5,24 10,115 5,162-20,-206-1,108 9,154-2,-305-7,-34 0,234 4,-292 6,96 22,27 2,-150-28,64-5,23 0,904 12,-722-14,-41-5,132 0,-272 9,-133-4,-1-1,15-4,40-4,486-17,-503 26,-9 1,55-8,-75 2,27-3,0 3,29 2,2245 7,-1399-3,-777-6,9 0,379 7,-530-1,1-2,-1 0,2-3,1 1,0 1,17 0,255 4,14 0,-204-6,27-1,-76 7,516-10,-148 6,-252 5,1033-1,-953 14,-25-1,-141-12,148 5,30 1,-237-4,0 2,0 2,3 1,1 1,0-2,12 0,121 1,53-10,-62 1,235 14,52 0,-142-13,81-1,-313-4,1-4,5-3,-69 10,51-5,0 2,3 3,0 1,51-10,-88 7,69-11,0 5,52 2,-134 8,245-4,207-30,-354 25,60 4,-6 4,2-8,37-10,27-14,-155 22,-17 2,7-5,-43 10,1 0,-1 2,1 1,21 3,-5-2,285 1,-311 0,0 0,9 3,28 3,-29-5,0 1,15 5,2 0,-20-5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8D97F60-1F99-4AD6-8A3D-18954B09A78E}" type="datetimeFigureOut">
              <a:rPr lang="en-US" smtClean="0"/>
              <a:t>7/6/25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A7B2B52-4BD2-457C-A852-AD551FB17A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65717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8BB8967-9FEF-7B47-828F-64A53CE41322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8229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3A90C4-79FB-F24F-A610-055C8DF1752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91891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4361332F-9DAA-DF43-A457-99744A38713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064706" y="2065076"/>
            <a:ext cx="2288410" cy="18415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73E606A-7174-AB4B-B027-11F0B815E4B1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821881" y="2065076"/>
            <a:ext cx="2288410" cy="18415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9886C985-B572-9444-B85C-7964F7DB52F2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548905" y="2065076"/>
            <a:ext cx="2288410" cy="18415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72267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29C0A755-DBEE-EF44-9940-E1E913959C7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910213" y="1123372"/>
            <a:ext cx="3656965" cy="230562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3766FB2-7E9E-9E46-9657-E5BFC4AB16A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5667986" y="2978727"/>
            <a:ext cx="3663894" cy="27432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26954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B9A4FE8F-6495-D14D-9F96-667FF7C97FA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353674" y="678873"/>
            <a:ext cx="3672411" cy="275012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D178CA9-B6DE-C743-B157-DC79CAAACC1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353674" y="3429000"/>
            <a:ext cx="3672411" cy="27432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05968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1A1E3142-54B5-6446-957A-3D8FD6DC930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184104" y="1600200"/>
            <a:ext cx="3200079" cy="41148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53052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8FC05B4F-3252-DC4A-88DC-2323D5572C0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24397" y="4343400"/>
            <a:ext cx="2756618" cy="25146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38DDF5DB-81C9-314E-AB55-FD4CC6504321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910985" y="4343400"/>
            <a:ext cx="2762426" cy="25146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D743091B-3BC3-5F42-B437-ECEE6FA57EC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729208" y="4343400"/>
            <a:ext cx="2753040" cy="25146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2597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7DDA22F1-ED6A-6F42-BFB1-693024AF342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828414" y="1136469"/>
            <a:ext cx="6389401" cy="45785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892322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5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BD315D77-E253-5C4B-B026-DC67B78326A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9316243" y="698500"/>
            <a:ext cx="1820131" cy="18161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60CFB98-34FD-F14C-9B9E-4B9BE3A1C2A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9320163" y="4349932"/>
            <a:ext cx="1816211" cy="182226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C7F53F48-D27A-7246-AF5F-C207089315E7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5652973" y="2514600"/>
            <a:ext cx="1815598" cy="1835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36559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6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1FD03030-6B57-7543-B56D-FA0F9122A59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195653" y="698500"/>
            <a:ext cx="4115872" cy="50419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33710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7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382F6A5-0EA0-1949-A5A6-AB5CD22D504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909057" y="685800"/>
            <a:ext cx="4103169" cy="50419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5976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8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5037B8A9-EC33-6244-AF79-4A7E60F760D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745485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9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CC7974C0-8063-C84A-9F91-79CCE2FE7643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373078" y="706176"/>
            <a:ext cx="2288410" cy="18415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61227D-2AE8-E144-A374-FF88024F63E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373078" y="2508250"/>
            <a:ext cx="2288410" cy="18415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8617A8F-EA86-1547-BFB9-A2C681733B08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373077" y="4324350"/>
            <a:ext cx="2288410" cy="18415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844049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0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AFEA7E95-0A4F-9144-8FD0-9E50CF6A961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067078" y="685800"/>
            <a:ext cx="5028923" cy="54991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24252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F0DC13D-2DD0-944D-B1E5-6E2DD0DDFAEF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531098" y="706176"/>
            <a:ext cx="2288410" cy="163062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467C9C47-7F30-3E47-9466-7B4080C17A6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531098" y="2508250"/>
            <a:ext cx="2288410" cy="164465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A8359FC7-4711-314D-AF2F-01F27DA0861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531098" y="4324350"/>
            <a:ext cx="2288410" cy="18415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119254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9B0A12E6-90F4-2949-B213-A1FCE6027F75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32974" y="2067626"/>
            <a:ext cx="3184901" cy="408824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7" name="Picture Placeholder 2">
            <a:extLst>
              <a:ext uri="{FF2B5EF4-FFF2-40B4-BE49-F238E27FC236}">
                <a16:creationId xmlns:a16="http://schemas.microsoft.com/office/drawing/2014/main" id="{2C43AC7F-3D02-E04B-9701-45C48A359FD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491527" y="2067627"/>
            <a:ext cx="3184901" cy="408824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Picture Placeholder 2">
            <a:extLst>
              <a:ext uri="{FF2B5EF4-FFF2-40B4-BE49-F238E27FC236}">
                <a16:creationId xmlns:a16="http://schemas.microsoft.com/office/drawing/2014/main" id="{FADAC429-28E2-3F41-91B3-FDDE94B76C8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150080" y="2067626"/>
            <a:ext cx="3184901" cy="408824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4678009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DAA5965-6BFE-C049-A5FE-A0779CCE0F0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3353673" cy="6858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159580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2">
            <a:extLst>
              <a:ext uri="{FF2B5EF4-FFF2-40B4-BE49-F238E27FC236}">
                <a16:creationId xmlns:a16="http://schemas.microsoft.com/office/drawing/2014/main" id="{D1DB4502-4661-5641-AF43-FD32692A9D08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5208357" y="0"/>
            <a:ext cx="6983644" cy="6858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5886096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0B4A5C4-DF89-2047-8979-4BFE3F4EE61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096000" y="0"/>
            <a:ext cx="6096001" cy="6858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511791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5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2A69D197-1CAF-434D-9148-38EAF5B6FC4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698500"/>
            <a:ext cx="3099607" cy="31877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FC85C64F-79D6-1F45-BC15-964B345EF40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099607" y="698500"/>
            <a:ext cx="3099607" cy="31877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Picture Placeholder 2">
            <a:extLst>
              <a:ext uri="{FF2B5EF4-FFF2-40B4-BE49-F238E27FC236}">
                <a16:creationId xmlns:a16="http://schemas.microsoft.com/office/drawing/2014/main" id="{AB45975D-7D13-7840-88C6-B7B5F95FEC07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199215" y="698500"/>
            <a:ext cx="3099607" cy="31877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542169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6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88F5963-8839-7F4D-A10A-1797B5D235E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067078" y="1600200"/>
            <a:ext cx="5957852" cy="41275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870240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7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97FDF91-0592-9941-9D05-C95EA7E57E3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279427" y="1587500"/>
            <a:ext cx="4117460" cy="45974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888447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8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2CD3828-7F40-9947-B075-D8F044F2999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907469" y="2476500"/>
            <a:ext cx="4117460" cy="32258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8727C6A5-E90E-F64C-B8BA-E4D3FA20A1D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096000" y="698500"/>
            <a:ext cx="4117460" cy="34163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619720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9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4836BC8-D6AB-1246-BCBC-E3B552F7AA5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450151" y="2514600"/>
            <a:ext cx="2732799" cy="36576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Picture Placeholder 2">
            <a:extLst>
              <a:ext uri="{FF2B5EF4-FFF2-40B4-BE49-F238E27FC236}">
                <a16:creationId xmlns:a16="http://schemas.microsoft.com/office/drawing/2014/main" id="{24A8D8A8-4DA6-2047-A13B-36A0D85A8BD6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5651385" y="2527300"/>
            <a:ext cx="2732799" cy="36576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CA26A1E3-7D12-2144-908B-5870DC3B2337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839915" y="2514600"/>
            <a:ext cx="2745502" cy="36703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813969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0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01306FA-AE5D-AF40-82A1-6936260C9DC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079781" y="1155700"/>
            <a:ext cx="6859786" cy="4572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673722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2370606-2CA8-314B-9295-8B00EEB5DCC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268312" y="0"/>
            <a:ext cx="7923688" cy="6858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221571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3C416C06-A4CA-C543-AA54-D20FC29B7429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1587500"/>
            <a:ext cx="6096000" cy="52705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144084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3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30B1A1B-5CF8-2341-B484-2A9F779EDE0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8384183" y="698500"/>
            <a:ext cx="2756618" cy="2286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AC758E78-8D2E-4642-BAD3-D4AC49A0FFF9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281015" y="3886200"/>
            <a:ext cx="2731211" cy="2286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840705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482A9C4-C6CD-654E-A66E-D794CF7C067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9502074" y="3721100"/>
            <a:ext cx="2689926" cy="246084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9E444FF3-6FEC-5B4D-A2D3-E1A9F332D26D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978596" y="692727"/>
            <a:ext cx="2948268" cy="286327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22A3F748-BA46-8842-8027-2543272543A6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30117" y="692727"/>
            <a:ext cx="4061883" cy="285565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Picture Placeholder 2">
            <a:extLst>
              <a:ext uri="{FF2B5EF4-FFF2-40B4-BE49-F238E27FC236}">
                <a16:creationId xmlns:a16="http://schemas.microsoft.com/office/drawing/2014/main" id="{90102B7A-51DB-8F4A-86F8-E7F6B015CA3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225503" y="3721100"/>
            <a:ext cx="2086115" cy="246084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7" name="Picture Placeholder 2">
            <a:extLst>
              <a:ext uri="{FF2B5EF4-FFF2-40B4-BE49-F238E27FC236}">
                <a16:creationId xmlns:a16="http://schemas.microsoft.com/office/drawing/2014/main" id="{6CA5FE98-DCC4-2C4C-B2E8-907EC0548DF5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978596" y="3720285"/>
            <a:ext cx="2035699" cy="247229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901624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5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F84AEC3C-CCCC-B94E-A6B0-FDFB02883B13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552639" y="-1"/>
            <a:ext cx="5639361" cy="350885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5FAC0A1-4C5F-D741-929A-3FBBABE5114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823696" y="2070100"/>
            <a:ext cx="3188530" cy="272941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B7EDA217-AA98-B042-A1C1-A938EC0FEC4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926865" y="2293676"/>
            <a:ext cx="3658553" cy="297682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4438513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6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1EF6B5E-AC20-834A-B1E2-2AC5492F552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7172889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F314D4-127E-A2A0-640C-C4F6051F00A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E370F33-78BA-7A96-DEBB-989066A739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47048427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3A90C4-79FB-F24F-A610-055C8DF1752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9495044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4361332F-9DAA-DF43-A457-99744A38713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064706" y="2065076"/>
            <a:ext cx="2288410" cy="18415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73E606A-7174-AB4B-B027-11F0B815E4B1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821881" y="2065076"/>
            <a:ext cx="2288410" cy="18415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9886C985-B572-9444-B85C-7964F7DB52F2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548905" y="2065076"/>
            <a:ext cx="2288410" cy="18415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7194958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29C0A755-DBEE-EF44-9940-E1E913959C7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910213" y="1123372"/>
            <a:ext cx="3656965" cy="230562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3766FB2-7E9E-9E46-9657-E5BFC4AB16A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5667986" y="2978727"/>
            <a:ext cx="3663894" cy="27432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703556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B9A4FE8F-6495-D14D-9F96-667FF7C97FA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353674" y="678873"/>
            <a:ext cx="3672411" cy="275012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D178CA9-B6DE-C743-B157-DC79CAAACC1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353674" y="3429000"/>
            <a:ext cx="3672411" cy="27432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2412024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1A1E3142-54B5-6446-957A-3D8FD6DC930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184104" y="1600200"/>
            <a:ext cx="3200079" cy="41148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76286938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8FC05B4F-3252-DC4A-88DC-2323D5572C0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24397" y="4343400"/>
            <a:ext cx="2756618" cy="25146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38DDF5DB-81C9-314E-AB55-FD4CC6504321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910985" y="4343400"/>
            <a:ext cx="2762426" cy="25146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D743091B-3BC3-5F42-B437-ECEE6FA57EC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729208" y="4343400"/>
            <a:ext cx="2753040" cy="25146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0374149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7DDA22F1-ED6A-6F42-BFB1-693024AF342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828414" y="1136469"/>
            <a:ext cx="6389401" cy="45785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37734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BD315D77-E253-5C4B-B026-DC67B78326A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9316243" y="698500"/>
            <a:ext cx="1820131" cy="18161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60CFB98-34FD-F14C-9B9E-4B9BE3A1C2A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9320163" y="4349932"/>
            <a:ext cx="1816211" cy="182226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C7F53F48-D27A-7246-AF5F-C207089315E7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5652973" y="2514600"/>
            <a:ext cx="1815598" cy="1835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3227473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1FD03030-6B57-7543-B56D-FA0F9122A59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195653" y="698500"/>
            <a:ext cx="4115872" cy="50419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1474918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382F6A5-0EA0-1949-A5A6-AB5CD22D504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909057" y="685800"/>
            <a:ext cx="4103169" cy="50419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4185239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5037B8A9-EC33-6244-AF79-4A7E60F760D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176341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CC7974C0-8063-C84A-9F91-79CCE2FE7643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373078" y="706176"/>
            <a:ext cx="2288410" cy="18415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61227D-2AE8-E144-A374-FF88024F63E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373078" y="2508250"/>
            <a:ext cx="2288410" cy="18415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8617A8F-EA86-1547-BFB9-A2C681733B08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373077" y="4324350"/>
            <a:ext cx="2288410" cy="18415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0001460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AFEA7E95-0A4F-9144-8FD0-9E50CF6A961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067078" y="685800"/>
            <a:ext cx="5028923" cy="54991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8688903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F0DC13D-2DD0-944D-B1E5-6E2DD0DDFAEF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531098" y="706176"/>
            <a:ext cx="2288410" cy="163062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467C9C47-7F30-3E47-9466-7B4080C17A6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531098" y="2508250"/>
            <a:ext cx="2288410" cy="164465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A8359FC7-4711-314D-AF2F-01F27DA0861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531098" y="4324350"/>
            <a:ext cx="2288410" cy="18415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7074128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9B0A12E6-90F4-2949-B213-A1FCE6027F75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32974" y="2067626"/>
            <a:ext cx="3184901" cy="408824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7" name="Picture Placeholder 2">
            <a:extLst>
              <a:ext uri="{FF2B5EF4-FFF2-40B4-BE49-F238E27FC236}">
                <a16:creationId xmlns:a16="http://schemas.microsoft.com/office/drawing/2014/main" id="{2C43AC7F-3D02-E04B-9701-45C48A359FD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491527" y="2067627"/>
            <a:ext cx="3184901" cy="408824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8" name="Picture Placeholder 2">
            <a:extLst>
              <a:ext uri="{FF2B5EF4-FFF2-40B4-BE49-F238E27FC236}">
                <a16:creationId xmlns:a16="http://schemas.microsoft.com/office/drawing/2014/main" id="{FADAC429-28E2-3F41-91B3-FDDE94B76C8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150080" y="2067626"/>
            <a:ext cx="3184901" cy="408824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55105841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DAA5965-6BFE-C049-A5FE-A0779CCE0F0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3353673" cy="6858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80293875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2">
            <a:extLst>
              <a:ext uri="{FF2B5EF4-FFF2-40B4-BE49-F238E27FC236}">
                <a16:creationId xmlns:a16="http://schemas.microsoft.com/office/drawing/2014/main" id="{D1DB4502-4661-5641-AF43-FD32692A9D08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5208357" y="0"/>
            <a:ext cx="6983644" cy="6858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5574059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0B4A5C4-DF89-2047-8979-4BFE3F4EE61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096000" y="0"/>
            <a:ext cx="6096001" cy="6858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5064587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2A69D197-1CAF-434D-9148-38EAF5B6FC4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698500"/>
            <a:ext cx="3099607" cy="31877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FC85C64F-79D6-1F45-BC15-964B345EF40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099607" y="698500"/>
            <a:ext cx="3099607" cy="31877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2">
            <a:extLst>
              <a:ext uri="{FF2B5EF4-FFF2-40B4-BE49-F238E27FC236}">
                <a16:creationId xmlns:a16="http://schemas.microsoft.com/office/drawing/2014/main" id="{AB45975D-7D13-7840-88C6-B7B5F95FEC07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199215" y="698500"/>
            <a:ext cx="3099607" cy="31877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6729268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88F5963-8839-7F4D-A10A-1797B5D235E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067078" y="1600200"/>
            <a:ext cx="5957852" cy="41275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1686310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97FDF91-0592-9941-9D05-C95EA7E57E3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279427" y="1587500"/>
            <a:ext cx="4117460" cy="45974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1959251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2CD3828-7F40-9947-B075-D8F044F2999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907469" y="2476500"/>
            <a:ext cx="4117460" cy="32258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8727C6A5-E90E-F64C-B8BA-E4D3FA20A1D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096000" y="698500"/>
            <a:ext cx="4117460" cy="34163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95280153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4836BC8-D6AB-1246-BCBC-E3B552F7AA5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450151" y="2514600"/>
            <a:ext cx="2732799" cy="36576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8" name="Picture Placeholder 2">
            <a:extLst>
              <a:ext uri="{FF2B5EF4-FFF2-40B4-BE49-F238E27FC236}">
                <a16:creationId xmlns:a16="http://schemas.microsoft.com/office/drawing/2014/main" id="{24A8D8A8-4DA6-2047-A13B-36A0D85A8BD6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5651385" y="2527300"/>
            <a:ext cx="2732799" cy="36576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CA26A1E3-7D12-2144-908B-5870DC3B2337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839915" y="2514600"/>
            <a:ext cx="2745502" cy="36703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7199781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01306FA-AE5D-AF40-82A1-6936260C9DC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079781" y="1155700"/>
            <a:ext cx="6859786" cy="4572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4732248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2370606-2CA8-314B-9295-8B00EEB5DCC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268312" y="0"/>
            <a:ext cx="7923688" cy="6858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97136571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3C416C06-A4CA-C543-AA54-D20FC29B7429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1587500"/>
            <a:ext cx="6096000" cy="52705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47820467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30B1A1B-5CF8-2341-B484-2A9F779EDE0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8384183" y="698500"/>
            <a:ext cx="2756618" cy="2286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AC758E78-8D2E-4642-BAD3-D4AC49A0FFF9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281015" y="3886200"/>
            <a:ext cx="2731211" cy="2286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3251206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482A9C4-C6CD-654E-A66E-D794CF7C067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9502074" y="3721100"/>
            <a:ext cx="2689926" cy="246084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9E444FF3-6FEC-5B4D-A2D3-E1A9F332D26D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978596" y="692727"/>
            <a:ext cx="2948268" cy="286327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22A3F748-BA46-8842-8027-2543272543A6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30117" y="692727"/>
            <a:ext cx="4061883" cy="285565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2">
            <a:extLst>
              <a:ext uri="{FF2B5EF4-FFF2-40B4-BE49-F238E27FC236}">
                <a16:creationId xmlns:a16="http://schemas.microsoft.com/office/drawing/2014/main" id="{90102B7A-51DB-8F4A-86F8-E7F6B015CA3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225503" y="3721100"/>
            <a:ext cx="2086115" cy="246084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7" name="Picture Placeholder 2">
            <a:extLst>
              <a:ext uri="{FF2B5EF4-FFF2-40B4-BE49-F238E27FC236}">
                <a16:creationId xmlns:a16="http://schemas.microsoft.com/office/drawing/2014/main" id="{6CA5FE98-DCC4-2C4C-B2E8-907EC0548DF5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978596" y="3720285"/>
            <a:ext cx="2035699" cy="247229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6014410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5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F84AEC3C-CCCC-B94E-A6B0-FDFB02883B13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552639" y="-1"/>
            <a:ext cx="5639361" cy="350885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5FAC0A1-4C5F-D741-929A-3FBBABE5114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823696" y="2070100"/>
            <a:ext cx="3188530" cy="272941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B7EDA217-AA98-B042-A1C1-A938EC0FEC4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926865" y="2293676"/>
            <a:ext cx="3658553" cy="297682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770905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6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1EF6B5E-AC20-834A-B1E2-2AC5492F552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5759327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3614A4-27AD-417E-BFAC-BE88B21914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E8F9E5-8882-4EE3-8D12-A5BE8B09ED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E66FC3-8757-4469-B4E6-3816D522ED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028277-8844-4E5E-92A8-FCE82D200765}" type="datetimeFigureOut">
              <a:rPr lang="en-US" smtClean="0"/>
              <a:t>7/6/25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11C1A3-C7EC-4E45-90A2-F1CD19218F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C7B903-7D94-4CE8-8715-40BC061478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3EE24A-3D7B-4903-B98E-DA4F30F567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4271784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10B5D3-FAEB-4BED-B38E-BD97BAE65C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9AF5BD-F86B-4242-862F-6D7E89CEC4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6CDBE1-CC4E-4302-BF1B-C9BCA24F91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028277-8844-4E5E-92A8-FCE82D200765}" type="datetimeFigureOut">
              <a:rPr lang="en-US" smtClean="0"/>
              <a:t>7/6/25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CC6C12-0FA6-4DE8-86C6-1934E68A21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38121D-94A7-46D3-95A1-1ADE1CB6FB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3EE24A-3D7B-4903-B98E-DA4F30F567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0814329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EB99CC-6209-41AD-8C23-EABC878367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64A8EB-6E00-4ACB-9904-5FB8F6A5B2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3D4CB5-6BEB-45D7-851A-F1D5AD6A45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028277-8844-4E5E-92A8-FCE82D200765}" type="datetimeFigureOut">
              <a:rPr lang="en-US" smtClean="0"/>
              <a:t>7/6/25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6D6A8A-059B-46C3-A530-89AF446E2D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15F819-3813-41DC-8523-F277577674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3EE24A-3D7B-4903-B98E-DA4F30F567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158463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22C9D8-2E91-4925-8096-972B16EC0D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D57536-9D2E-4616-8887-D7370850622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2DF8E14-EA7B-4EEC-8E8F-03E84E6471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56DED05-76BD-4667-8A93-BCBE96614B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028277-8844-4E5E-92A8-FCE82D200765}" type="datetimeFigureOut">
              <a:rPr lang="en-US" smtClean="0"/>
              <a:t>7/6/25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0355BA-16EC-40A2-9D52-2DA8BEEDCC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B08374-7E96-431F-9B6A-6A4BE62C3A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3EE24A-3D7B-4903-B98E-DA4F30F567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540042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46F240-F7C9-418B-9E42-835DD67101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F2F95D-53CB-4E4E-8ED9-4E9D2B41A0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D7D9408-BC0D-4F78-9113-AE6E79D99E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B2927E-2D92-4D1F-9F10-1888D5AA7DE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717AFF8-E67F-4804-8B01-E80CE5898DD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7BCB7BE-DF56-40A4-A799-066F38F84A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028277-8844-4E5E-92A8-FCE82D200765}" type="datetimeFigureOut">
              <a:rPr lang="en-US" smtClean="0"/>
              <a:t>7/6/25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1CA82AB-AF87-4772-884A-1E38AC5AF1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C69A8CF-C136-4A8B-8F3D-94DA7FA0C5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3EE24A-3D7B-4903-B98E-DA4F30F567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147528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97F665-ED79-4FC9-AC2C-76A69BE2B0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B0F5088-C231-4A95-AC0A-E1C7443D83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028277-8844-4E5E-92A8-FCE82D200765}" type="datetimeFigureOut">
              <a:rPr lang="en-US" smtClean="0"/>
              <a:t>7/6/25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544EA22-E043-49FB-B61B-B79FB310D0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7F76125-5028-4E25-8E88-B2B435380F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3EE24A-3D7B-4903-B98E-DA4F30F567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6177721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D8F9BDF-EC61-4748-943F-2969A2C9D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028277-8844-4E5E-92A8-FCE82D200765}" type="datetimeFigureOut">
              <a:rPr lang="en-US" smtClean="0"/>
              <a:t>7/6/25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73D36EB-8684-4588-9F05-D66670933F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162DCB-8422-4AB3-BF0A-63343FF04B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3EE24A-3D7B-4903-B98E-DA4F30F567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8234075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7CCD07-4483-4D92-96B7-5AFA4E3EA4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1EBFDB-41CD-4758-8B6C-9F735226B3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B2488DE-716D-4B6A-B614-35B3BFBF00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55E0BA-4A85-462B-8E0E-03EE57CDD4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028277-8844-4E5E-92A8-FCE82D200765}" type="datetimeFigureOut">
              <a:rPr lang="en-US" smtClean="0"/>
              <a:t>7/6/25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6003A79-7FE5-4987-BE11-47C006398F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3677A8-9E75-4BE1-9013-A521886C3D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3EE24A-3D7B-4903-B98E-DA4F30F567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2685336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13DD93-1C34-42E7-8DE7-5FA339235A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9E72D1A-7AC7-430C-884E-411F292E355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FF32511-89BA-42F2-8FD9-7630E4DE425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EBAE731-9C61-4CE6-86F6-74ACDB5239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028277-8844-4E5E-92A8-FCE82D200765}" type="datetimeFigureOut">
              <a:rPr lang="en-US" smtClean="0"/>
              <a:t>7/6/25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BC7B42-DC7B-4BE1-987B-A162B5BA96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40729B3-205D-43A1-98F7-F80C55A248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3EE24A-3D7B-4903-B98E-DA4F30F567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6037640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918FB1-DFB7-41E9-B71F-7C5A949BB6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C94D04-65E6-41AF-BE86-818A97189DA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3BAA3D-3827-4E4B-8B70-DB2CA5C98B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028277-8844-4E5E-92A8-FCE82D200765}" type="datetimeFigureOut">
              <a:rPr lang="en-US" smtClean="0"/>
              <a:t>7/6/25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87A471-04ED-4AD0-BB8C-9C18EFFA08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76AFED-1EA6-4998-A82E-E0CEA45D11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3EE24A-3D7B-4903-B98E-DA4F30F567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5494497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862213F-4A60-4009-9D24-0C3352F11E7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92848B3-D552-4534-8E45-6C5F89F6FD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429A90-CE52-4CFD-B430-3EF906A138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028277-8844-4E5E-92A8-FCE82D200765}" type="datetimeFigureOut">
              <a:rPr lang="en-US" smtClean="0"/>
              <a:t>7/6/25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62E5BA-621F-4484-B7F6-FB53107B9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D5B358-1B99-4693-B469-3295A4DF00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3EE24A-3D7B-4903-B98E-DA4F30F567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48573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9.xml"/><Relationship Id="rId13" Type="http://schemas.openxmlformats.org/officeDocument/2006/relationships/slideLayout" Target="../slideLayouts/slideLayout44.xml"/><Relationship Id="rId18" Type="http://schemas.openxmlformats.org/officeDocument/2006/relationships/slideLayout" Target="../slideLayouts/slideLayout49.xml"/><Relationship Id="rId26" Type="http://schemas.openxmlformats.org/officeDocument/2006/relationships/slideLayout" Target="../slideLayouts/slideLayout57.xml"/><Relationship Id="rId3" Type="http://schemas.openxmlformats.org/officeDocument/2006/relationships/slideLayout" Target="../slideLayouts/slideLayout34.xml"/><Relationship Id="rId21" Type="http://schemas.openxmlformats.org/officeDocument/2006/relationships/slideLayout" Target="../slideLayouts/slideLayout52.xml"/><Relationship Id="rId7" Type="http://schemas.openxmlformats.org/officeDocument/2006/relationships/slideLayout" Target="../slideLayouts/slideLayout38.xml"/><Relationship Id="rId12" Type="http://schemas.openxmlformats.org/officeDocument/2006/relationships/slideLayout" Target="../slideLayouts/slideLayout43.xml"/><Relationship Id="rId17" Type="http://schemas.openxmlformats.org/officeDocument/2006/relationships/slideLayout" Target="../slideLayouts/slideLayout48.xml"/><Relationship Id="rId25" Type="http://schemas.openxmlformats.org/officeDocument/2006/relationships/slideLayout" Target="../slideLayouts/slideLayout56.xml"/><Relationship Id="rId2" Type="http://schemas.openxmlformats.org/officeDocument/2006/relationships/slideLayout" Target="../slideLayouts/slideLayout33.xml"/><Relationship Id="rId16" Type="http://schemas.openxmlformats.org/officeDocument/2006/relationships/slideLayout" Target="../slideLayouts/slideLayout47.xml"/><Relationship Id="rId20" Type="http://schemas.openxmlformats.org/officeDocument/2006/relationships/slideLayout" Target="../slideLayouts/slideLayout51.xml"/><Relationship Id="rId29" Type="http://schemas.openxmlformats.org/officeDocument/2006/relationships/slideLayout" Target="../slideLayouts/slideLayout60.xml"/><Relationship Id="rId1" Type="http://schemas.openxmlformats.org/officeDocument/2006/relationships/slideLayout" Target="../slideLayouts/slideLayout32.xml"/><Relationship Id="rId6" Type="http://schemas.openxmlformats.org/officeDocument/2006/relationships/slideLayout" Target="../slideLayouts/slideLayout37.xml"/><Relationship Id="rId11" Type="http://schemas.openxmlformats.org/officeDocument/2006/relationships/slideLayout" Target="../slideLayouts/slideLayout42.xml"/><Relationship Id="rId24" Type="http://schemas.openxmlformats.org/officeDocument/2006/relationships/slideLayout" Target="../slideLayouts/slideLayout55.xml"/><Relationship Id="rId5" Type="http://schemas.openxmlformats.org/officeDocument/2006/relationships/slideLayout" Target="../slideLayouts/slideLayout36.xml"/><Relationship Id="rId15" Type="http://schemas.openxmlformats.org/officeDocument/2006/relationships/slideLayout" Target="../slideLayouts/slideLayout46.xml"/><Relationship Id="rId23" Type="http://schemas.openxmlformats.org/officeDocument/2006/relationships/slideLayout" Target="../slideLayouts/slideLayout54.xml"/><Relationship Id="rId28" Type="http://schemas.openxmlformats.org/officeDocument/2006/relationships/slideLayout" Target="../slideLayouts/slideLayout59.xml"/><Relationship Id="rId10" Type="http://schemas.openxmlformats.org/officeDocument/2006/relationships/slideLayout" Target="../slideLayouts/slideLayout41.xml"/><Relationship Id="rId19" Type="http://schemas.openxmlformats.org/officeDocument/2006/relationships/slideLayout" Target="../slideLayouts/slideLayout50.xml"/><Relationship Id="rId31" Type="http://schemas.openxmlformats.org/officeDocument/2006/relationships/theme" Target="../theme/theme2.xml"/><Relationship Id="rId4" Type="http://schemas.openxmlformats.org/officeDocument/2006/relationships/slideLayout" Target="../slideLayouts/slideLayout35.xml"/><Relationship Id="rId9" Type="http://schemas.openxmlformats.org/officeDocument/2006/relationships/slideLayout" Target="../slideLayouts/slideLayout40.xml"/><Relationship Id="rId14" Type="http://schemas.openxmlformats.org/officeDocument/2006/relationships/slideLayout" Target="../slideLayouts/slideLayout45.xml"/><Relationship Id="rId22" Type="http://schemas.openxmlformats.org/officeDocument/2006/relationships/slideLayout" Target="../slideLayouts/slideLayout53.xml"/><Relationship Id="rId27" Type="http://schemas.openxmlformats.org/officeDocument/2006/relationships/slideLayout" Target="../slideLayouts/slideLayout58.xml"/><Relationship Id="rId30" Type="http://schemas.openxmlformats.org/officeDocument/2006/relationships/slideLayout" Target="../slideLayouts/slideLayout61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69.xml"/><Relationship Id="rId3" Type="http://schemas.openxmlformats.org/officeDocument/2006/relationships/slideLayout" Target="../slideLayouts/slideLayout64.xml"/><Relationship Id="rId7" Type="http://schemas.openxmlformats.org/officeDocument/2006/relationships/slideLayout" Target="../slideLayouts/slideLayout68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63.xml"/><Relationship Id="rId1" Type="http://schemas.openxmlformats.org/officeDocument/2006/relationships/slideLayout" Target="../slideLayouts/slideLayout62.xml"/><Relationship Id="rId6" Type="http://schemas.openxmlformats.org/officeDocument/2006/relationships/slideLayout" Target="../slideLayouts/slideLayout67.xml"/><Relationship Id="rId11" Type="http://schemas.openxmlformats.org/officeDocument/2006/relationships/slideLayout" Target="../slideLayouts/slideLayout72.xml"/><Relationship Id="rId5" Type="http://schemas.openxmlformats.org/officeDocument/2006/relationships/slideLayout" Target="../slideLayouts/slideLayout66.xml"/><Relationship Id="rId10" Type="http://schemas.openxmlformats.org/officeDocument/2006/relationships/slideLayout" Target="../slideLayouts/slideLayout71.xml"/><Relationship Id="rId4" Type="http://schemas.openxmlformats.org/officeDocument/2006/relationships/slideLayout" Target="../slideLayouts/slideLayout65.xml"/><Relationship Id="rId9" Type="http://schemas.openxmlformats.org/officeDocument/2006/relationships/slideLayout" Target="../slideLayouts/slideLayout7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253196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12"/>
    <p:sldLayoutId id="2147483663" r:id="rId13"/>
    <p:sldLayoutId id="2147483664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  <p:sldLayoutId id="2147483671" r:id="rId21"/>
    <p:sldLayoutId id="2147483672" r:id="rId22"/>
    <p:sldLayoutId id="2147483673" r:id="rId23"/>
    <p:sldLayoutId id="2147483674" r:id="rId24"/>
    <p:sldLayoutId id="2147483675" r:id="rId25"/>
    <p:sldLayoutId id="2147483676" r:id="rId26"/>
    <p:sldLayoutId id="2147483677" r:id="rId27"/>
    <p:sldLayoutId id="2147483678" r:id="rId28"/>
    <p:sldLayoutId id="2147483679" r:id="rId29"/>
    <p:sldLayoutId id="2147483680" r:id="rId30"/>
    <p:sldLayoutId id="2147483681" r:id="rId31"/>
  </p:sldLayoutIdLst>
  <p:txStyles>
    <p:titleStyle>
      <a:lvl1pPr algn="l" defTabSz="914172" rtl="0" eaLnBrk="1" latinLnBrk="0" hangingPunct="1">
        <a:lnSpc>
          <a:spcPct val="90000"/>
        </a:lnSpc>
        <a:spcBef>
          <a:spcPct val="0"/>
        </a:spcBef>
        <a:buNone/>
        <a:defRPr sz="439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43" indent="-228543" algn="l" defTabSz="914172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629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715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599800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6886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3972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057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143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229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86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172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257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343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429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514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600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686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320">
          <p15:clr>
            <a:srgbClr val="F26B43"/>
          </p15:clr>
        </p15:guide>
        <p15:guide id="2" pos="7678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550968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3" r:id="rId1"/>
    <p:sldLayoutId id="2147483684" r:id="rId2"/>
    <p:sldLayoutId id="2147483685" r:id="rId3"/>
    <p:sldLayoutId id="2147483686" r:id="rId4"/>
    <p:sldLayoutId id="2147483687" r:id="rId5"/>
    <p:sldLayoutId id="2147483688" r:id="rId6"/>
    <p:sldLayoutId id="2147483689" r:id="rId7"/>
    <p:sldLayoutId id="2147483690" r:id="rId8"/>
    <p:sldLayoutId id="2147483691" r:id="rId9"/>
    <p:sldLayoutId id="2147483692" r:id="rId10"/>
    <p:sldLayoutId id="2147483693" r:id="rId11"/>
    <p:sldLayoutId id="2147483694" r:id="rId12"/>
    <p:sldLayoutId id="2147483695" r:id="rId13"/>
    <p:sldLayoutId id="2147483696" r:id="rId14"/>
    <p:sldLayoutId id="2147483697" r:id="rId15"/>
    <p:sldLayoutId id="2147483698" r:id="rId16"/>
    <p:sldLayoutId id="2147483699" r:id="rId17"/>
    <p:sldLayoutId id="2147483700" r:id="rId18"/>
    <p:sldLayoutId id="2147483701" r:id="rId19"/>
    <p:sldLayoutId id="2147483702" r:id="rId20"/>
    <p:sldLayoutId id="2147483703" r:id="rId21"/>
    <p:sldLayoutId id="2147483704" r:id="rId22"/>
    <p:sldLayoutId id="2147483705" r:id="rId23"/>
    <p:sldLayoutId id="2147483706" r:id="rId24"/>
    <p:sldLayoutId id="2147483707" r:id="rId25"/>
    <p:sldLayoutId id="2147483708" r:id="rId26"/>
    <p:sldLayoutId id="2147483709" r:id="rId27"/>
    <p:sldLayoutId id="2147483710" r:id="rId28"/>
    <p:sldLayoutId id="2147483711" r:id="rId29"/>
    <p:sldLayoutId id="2147483712" r:id="rId30"/>
  </p:sldLayoutIdLst>
  <p:txStyles>
    <p:titleStyle>
      <a:lvl1pPr algn="l" defTabSz="914172" rtl="0" eaLnBrk="1" latinLnBrk="0" hangingPunct="1">
        <a:lnSpc>
          <a:spcPct val="90000"/>
        </a:lnSpc>
        <a:spcBef>
          <a:spcPct val="0"/>
        </a:spcBef>
        <a:buNone/>
        <a:defRPr sz="439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43" indent="-228543" algn="l" defTabSz="914172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629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715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599800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6886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3972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057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143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229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86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172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257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343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429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514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600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686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320">
          <p15:clr>
            <a:srgbClr val="F26B43"/>
          </p15:clr>
        </p15:guide>
        <p15:guide id="2" pos="7678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17D532-FC0D-41EC-B628-8C01AC91FE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CB2E9A-B7FB-40DE-A5FC-06F9E4E5C8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BE8345-659A-4C74-A006-F326E35CE5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028277-8844-4E5E-92A8-FCE82D200765}" type="datetimeFigureOut">
              <a:rPr lang="en-US" smtClean="0"/>
              <a:t>7/6/25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340487-5D0B-4142-ABD0-84064E2E1A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C0E3B8-019E-44AD-8AC4-C2A9675A47C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3EE24A-3D7B-4903-B98E-DA4F30F567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170194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14" r:id="rId1"/>
    <p:sldLayoutId id="2147483715" r:id="rId2"/>
    <p:sldLayoutId id="2147483716" r:id="rId3"/>
    <p:sldLayoutId id="2147483717" r:id="rId4"/>
    <p:sldLayoutId id="2147483718" r:id="rId5"/>
    <p:sldLayoutId id="2147483719" r:id="rId6"/>
    <p:sldLayoutId id="2147483720" r:id="rId7"/>
    <p:sldLayoutId id="2147483721" r:id="rId8"/>
    <p:sldLayoutId id="2147483722" r:id="rId9"/>
    <p:sldLayoutId id="2147483723" r:id="rId10"/>
    <p:sldLayoutId id="2147483724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0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svg"/><Relationship Id="rId3" Type="http://schemas.openxmlformats.org/officeDocument/2006/relationships/image" Target="../media/image11.jpeg"/><Relationship Id="rId7" Type="http://schemas.openxmlformats.org/officeDocument/2006/relationships/image" Target="../media/image15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7.xml"/><Relationship Id="rId6" Type="http://schemas.openxmlformats.org/officeDocument/2006/relationships/image" Target="../media/image14.svg"/><Relationship Id="rId5" Type="http://schemas.openxmlformats.org/officeDocument/2006/relationships/image" Target="../media/image13.png"/><Relationship Id="rId10" Type="http://schemas.openxmlformats.org/officeDocument/2006/relationships/image" Target="../media/image18.svg"/><Relationship Id="rId4" Type="http://schemas.openxmlformats.org/officeDocument/2006/relationships/image" Target="../media/image12.png"/><Relationship Id="rId9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0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20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68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68.xml"/><Relationship Id="rId5" Type="http://schemas.openxmlformats.org/officeDocument/2006/relationships/image" Target="../media/image24.png"/><Relationship Id="rId4" Type="http://schemas.openxmlformats.org/officeDocument/2006/relationships/image" Target="../media/image80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7.sv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25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Connected wire-frame lines and dots">
            <a:extLst>
              <a:ext uri="{FF2B5EF4-FFF2-40B4-BE49-F238E27FC236}">
                <a16:creationId xmlns:a16="http://schemas.microsoft.com/office/drawing/2014/main" id="{B1F3D2F0-9D5F-8429-8E82-CA1F754E55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87" y="0"/>
            <a:ext cx="12190413" cy="8126942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161DBDE-02E0-1640-B250-990BBF49FF09}"/>
              </a:ext>
            </a:extLst>
          </p:cNvPr>
          <p:cNvSpPr/>
          <p:nvPr/>
        </p:nvSpPr>
        <p:spPr>
          <a:xfrm>
            <a:off x="2630488" y="1823357"/>
            <a:ext cx="9559925" cy="5034643"/>
          </a:xfrm>
          <a:prstGeom prst="rect">
            <a:avLst/>
          </a:prstGeom>
          <a:solidFill>
            <a:srgbClr val="F8B4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9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1A94BB-0D70-45AF-9D1A-0D85C4E28679}"/>
              </a:ext>
            </a:extLst>
          </p:cNvPr>
          <p:cNvSpPr txBox="1"/>
          <p:nvPr/>
        </p:nvSpPr>
        <p:spPr>
          <a:xfrm>
            <a:off x="3843947" y="3429000"/>
            <a:ext cx="694250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8000" kern="1000" spc="1500" dirty="0">
                <a:latin typeface="Montserrat SemiBold" panose="00000700000000000000" pitchFamily="50" charset="0"/>
                <a:ea typeface="PT Sans" panose="020B0503020203020204" pitchFamily="34" charset="0"/>
                <a:cs typeface="Montserrat" charset="0"/>
              </a:rPr>
              <a:t>EF CORE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7CA4487-3604-4446-A1B7-A52C630F7ACA}"/>
              </a:ext>
            </a:extLst>
          </p:cNvPr>
          <p:cNvSpPr txBox="1"/>
          <p:nvPr/>
        </p:nvSpPr>
        <p:spPr>
          <a:xfrm>
            <a:off x="6204284" y="4737462"/>
            <a:ext cx="458216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spc="300" dirty="0">
                <a:latin typeface="Montserrat Medium" panose="00000600000000000000" pitchFamily="50" charset="0"/>
                <a:ea typeface="Montserrat" charset="0"/>
                <a:cs typeface="Montserrat" charset="0"/>
              </a:rPr>
              <a:t>TURBO CHARGING FOR PERFORMANCE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A208DFD-BA93-4B1E-852F-D7BD87254EFF}"/>
              </a:ext>
            </a:extLst>
          </p:cNvPr>
          <p:cNvSpPr txBox="1"/>
          <p:nvPr/>
        </p:nvSpPr>
        <p:spPr>
          <a:xfrm>
            <a:off x="1859135" y="1805273"/>
            <a:ext cx="52047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600" b="1" i="1" spc="300" dirty="0">
                <a:solidFill>
                  <a:schemeClr val="bg1"/>
                </a:solidFill>
                <a:latin typeface="Montserrat Medium" panose="00000600000000000000" pitchFamily="50" charset="0"/>
                <a:ea typeface="Montserrat" charset="0"/>
                <a:cs typeface="Montserrat" charset="0"/>
              </a:rPr>
              <a:t>Chris Woodruff</a:t>
            </a:r>
          </a:p>
        </p:txBody>
      </p:sp>
    </p:spTree>
    <p:extLst>
      <p:ext uri="{BB962C8B-B14F-4D97-AF65-F5344CB8AC3E}">
        <p14:creationId xmlns:p14="http://schemas.microsoft.com/office/powerpoint/2010/main" val="33863843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8B6636C3-4E91-D042-A6F1-7FD053F0864F}"/>
              </a:ext>
            </a:extLst>
          </p:cNvPr>
          <p:cNvSpPr/>
          <p:nvPr/>
        </p:nvSpPr>
        <p:spPr>
          <a:xfrm>
            <a:off x="611188" y="0"/>
            <a:ext cx="7327900" cy="6858000"/>
          </a:xfrm>
          <a:prstGeom prst="rect">
            <a:avLst/>
          </a:prstGeom>
          <a:solidFill>
            <a:srgbClr val="F8B4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90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F8BDE16-8168-457D-B40E-2397053A105D}"/>
              </a:ext>
            </a:extLst>
          </p:cNvPr>
          <p:cNvSpPr txBox="1"/>
          <p:nvPr/>
        </p:nvSpPr>
        <p:spPr>
          <a:xfrm>
            <a:off x="1582909" y="3060683"/>
            <a:ext cx="377781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i="1" spc="300" dirty="0">
                <a:latin typeface="Montserrat Medium" panose="00000600000000000000" pitchFamily="50" charset="0"/>
                <a:ea typeface="Montserrat" charset="0"/>
                <a:cs typeface="Montserrat" charset="0"/>
              </a:rPr>
              <a:t>Chris Woodruff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C95D117-BB2D-4526-A6AC-5A0AF4651886}"/>
              </a:ext>
            </a:extLst>
          </p:cNvPr>
          <p:cNvSpPr txBox="1"/>
          <p:nvPr/>
        </p:nvSpPr>
        <p:spPr>
          <a:xfrm>
            <a:off x="1595911" y="4862437"/>
            <a:ext cx="349493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ysClr val="windowText" lastClr="000000"/>
                </a:solidFill>
                <a:latin typeface="Montserrat" panose="00000500000000000000" pitchFamily="50" charset="0"/>
                <a:ea typeface="Montserrat" charset="0"/>
                <a:cs typeface="Montserrat" charset="0"/>
              </a:rPr>
              <a:t>linkedin.com/in/</a:t>
            </a:r>
            <a:r>
              <a:rPr lang="en-US" sz="1600" dirty="0" err="1">
                <a:solidFill>
                  <a:sysClr val="windowText" lastClr="000000"/>
                </a:solidFill>
                <a:latin typeface="Montserrat" panose="00000500000000000000" pitchFamily="50" charset="0"/>
                <a:ea typeface="Montserrat" charset="0"/>
                <a:cs typeface="Montserrat" charset="0"/>
              </a:rPr>
              <a:t>chriswoodruff</a:t>
            </a:r>
            <a:r>
              <a:rPr lang="en-US" sz="1600" dirty="0">
                <a:solidFill>
                  <a:sysClr val="windowText" lastClr="000000"/>
                </a:solidFill>
                <a:latin typeface="Montserrat" panose="00000500000000000000" pitchFamily="50" charset="0"/>
                <a:ea typeface="Montserrat" charset="0"/>
                <a:cs typeface="Montserrat" charset="0"/>
              </a:rPr>
              <a:t>/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254BCDD-7F15-9B35-49F0-2159B2FED420}"/>
              </a:ext>
            </a:extLst>
          </p:cNvPr>
          <p:cNvSpPr txBox="1"/>
          <p:nvPr/>
        </p:nvSpPr>
        <p:spPr>
          <a:xfrm>
            <a:off x="1595911" y="6107121"/>
            <a:ext cx="58322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ysClr val="windowText" lastClr="000000"/>
                </a:solidFill>
                <a:latin typeface="Montserrat" panose="00000500000000000000" pitchFamily="50" charset="0"/>
                <a:ea typeface="Montserrat" charset="0"/>
                <a:cs typeface="Montserrat" charset="0"/>
              </a:rPr>
              <a:t>https://bsky.app/profile/chriswoodruff.bsky.social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E228A1E-BFD4-34B9-F4B1-073B92DFE0A4}"/>
              </a:ext>
            </a:extLst>
          </p:cNvPr>
          <p:cNvSpPr txBox="1"/>
          <p:nvPr/>
        </p:nvSpPr>
        <p:spPr>
          <a:xfrm>
            <a:off x="1595911" y="5277935"/>
            <a:ext cx="314824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ysClr val="windowText" lastClr="000000"/>
                </a:solidFill>
                <a:latin typeface="Montserrat" panose="00000500000000000000" pitchFamily="50" charset="0"/>
                <a:ea typeface="Montserrat" charset="0"/>
                <a:cs typeface="Montserrat" charset="0"/>
              </a:rPr>
              <a:t>https://woodruff.dev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EBA9526-6FAB-2ABA-D029-9B87FA952A20}"/>
              </a:ext>
            </a:extLst>
          </p:cNvPr>
          <p:cNvSpPr txBox="1"/>
          <p:nvPr/>
        </p:nvSpPr>
        <p:spPr>
          <a:xfrm>
            <a:off x="1595911" y="5693433"/>
            <a:ext cx="259530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ysClr val="windowText" lastClr="000000"/>
                </a:solidFill>
                <a:latin typeface="Montserrat" panose="00000500000000000000" pitchFamily="50" charset="0"/>
                <a:ea typeface="Montserrat" charset="0"/>
                <a:cs typeface="Montserrat" charset="0"/>
              </a:rPr>
              <a:t>cwoodruff@live.com</a:t>
            </a:r>
          </a:p>
        </p:txBody>
      </p:sp>
      <p:pic>
        <p:nvPicPr>
          <p:cNvPr id="11" name="Picture Placeholder 10" descr="A person with a magnifying glass&#10;&#10;Description automatically generated">
            <a:extLst>
              <a:ext uri="{FF2B5EF4-FFF2-40B4-BE49-F238E27FC236}">
                <a16:creationId xmlns:a16="http://schemas.microsoft.com/office/drawing/2014/main" id="{2615D0FD-EB31-6E42-5254-B37E0F68C354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178" r="9178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16409128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Placeholder 21" descr="A close-up of a measuring tape&#10;&#10;Description automatically generated with low confidence">
            <a:extLst>
              <a:ext uri="{FF2B5EF4-FFF2-40B4-BE49-F238E27FC236}">
                <a16:creationId xmlns:a16="http://schemas.microsoft.com/office/drawing/2014/main" id="{BBE75F9F-3568-F813-5D36-9B14E2809C77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790" b="7790"/>
          <a:stretch>
            <a:fillRect/>
          </a:stretch>
        </p:blipFill>
        <p:spPr>
          <a:xfrm>
            <a:off x="4579956" y="2192215"/>
            <a:ext cx="8294729" cy="4665785"/>
          </a:xfr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36C4D017-4EA8-C341-90DB-64E56F282E05}"/>
              </a:ext>
            </a:extLst>
          </p:cNvPr>
          <p:cNvSpPr/>
          <p:nvPr/>
        </p:nvSpPr>
        <p:spPr>
          <a:xfrm>
            <a:off x="623887" y="0"/>
            <a:ext cx="4559301" cy="6863667"/>
          </a:xfrm>
          <a:prstGeom prst="rect">
            <a:avLst/>
          </a:prstGeom>
          <a:solidFill>
            <a:srgbClr val="F8B4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900" dirty="0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BDEB5BA1-282B-FB48-B227-A859ECCBDBC8}"/>
              </a:ext>
            </a:extLst>
          </p:cNvPr>
          <p:cNvGrpSpPr/>
          <p:nvPr/>
        </p:nvGrpSpPr>
        <p:grpSpPr>
          <a:xfrm>
            <a:off x="1154561" y="908539"/>
            <a:ext cx="3476054" cy="3028224"/>
            <a:chOff x="1565275" y="1817077"/>
            <a:chExt cx="6952107" cy="6056447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ED700D8A-6F3E-4F01-8BC5-5BDF4E2A017A}"/>
                </a:ext>
              </a:extLst>
            </p:cNvPr>
            <p:cNvSpPr txBox="1"/>
            <p:nvPr/>
          </p:nvSpPr>
          <p:spPr>
            <a:xfrm>
              <a:off x="3159805" y="1817077"/>
              <a:ext cx="5357577" cy="104644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spc="300" dirty="0">
                  <a:latin typeface="Montserrat SemiBold" panose="00000700000000000000" pitchFamily="50" charset="0"/>
                  <a:ea typeface="Montserrat" charset="0"/>
                  <a:cs typeface="Montserrat" charset="0"/>
                </a:rPr>
                <a:t>Looking at EF Core for Perf</a:t>
              </a:r>
            </a:p>
          </p:txBody>
        </p:sp>
        <p:pic>
          <p:nvPicPr>
            <p:cNvPr id="7" name="Graphic 6" descr="Race Car with solid fill">
              <a:extLst>
                <a:ext uri="{FF2B5EF4-FFF2-40B4-BE49-F238E27FC236}">
                  <a16:creationId xmlns:a16="http://schemas.microsoft.com/office/drawing/2014/main" id="{2B14E581-1335-4B58-9325-C8451F73295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1565275" y="1964773"/>
              <a:ext cx="815760" cy="815760"/>
            </a:xfrm>
            <a:prstGeom prst="rect">
              <a:avLst/>
            </a:prstGeom>
          </p:spPr>
        </p:pic>
        <p:pic>
          <p:nvPicPr>
            <p:cNvPr id="8" name="Graphic 7" descr="Question Mark with solid fill">
              <a:extLst>
                <a:ext uri="{FF2B5EF4-FFF2-40B4-BE49-F238E27FC236}">
                  <a16:creationId xmlns:a16="http://schemas.microsoft.com/office/drawing/2014/main" id="{582D81DE-63CF-493E-94D5-780ECA16DE8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p:blipFill>
          <p:spPr>
            <a:xfrm>
              <a:off x="1565275" y="7057764"/>
              <a:ext cx="815760" cy="815760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2F9B8E1F-607E-496C-9D2F-FE70184F04CA}"/>
                </a:ext>
              </a:extLst>
            </p:cNvPr>
            <p:cNvSpPr txBox="1"/>
            <p:nvPr/>
          </p:nvSpPr>
          <p:spPr>
            <a:xfrm>
              <a:off x="3159805" y="4557759"/>
              <a:ext cx="5357577" cy="104644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spc="300" dirty="0">
                  <a:latin typeface="Montserrat SemiBold" panose="00000700000000000000" pitchFamily="50" charset="0"/>
                  <a:ea typeface="Montserrat" charset="0"/>
                  <a:cs typeface="Montserrat" charset="0"/>
                </a:rPr>
                <a:t>Looking at .NET for Perf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CF1BF0B2-63A8-438C-BA3D-5502712A950A}"/>
                </a:ext>
              </a:extLst>
            </p:cNvPr>
            <p:cNvSpPr txBox="1"/>
            <p:nvPr/>
          </p:nvSpPr>
          <p:spPr>
            <a:xfrm>
              <a:off x="3197905" y="7057764"/>
              <a:ext cx="5319477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spc="300" dirty="0">
                  <a:latin typeface="Montserrat SemiBold" panose="00000700000000000000" pitchFamily="50" charset="0"/>
                  <a:ea typeface="Montserrat" charset="0"/>
                  <a:cs typeface="Montserrat" charset="0"/>
                </a:rPr>
                <a:t>Questions &amp; Answers</a:t>
              </a: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41E92459-0757-43C6-89D6-EFFF8B43D82C}"/>
              </a:ext>
            </a:extLst>
          </p:cNvPr>
          <p:cNvSpPr txBox="1"/>
          <p:nvPr/>
        </p:nvSpPr>
        <p:spPr>
          <a:xfrm>
            <a:off x="7018742" y="1108594"/>
            <a:ext cx="327648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spc="150" dirty="0">
                <a:latin typeface="Montserrat SemiBold" panose="00000700000000000000" pitchFamily="50" charset="0"/>
                <a:ea typeface="Montserrat" charset="0"/>
                <a:cs typeface="Montserrat" charset="0"/>
              </a:rPr>
              <a:t>Agenda</a:t>
            </a:r>
          </a:p>
        </p:txBody>
      </p:sp>
      <p:pic>
        <p:nvPicPr>
          <p:cNvPr id="4" name="Picture 3" descr="A black rectangl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A38A78C3-7178-99FB-6474-EB7A31233C8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7695" y="2192215"/>
            <a:ext cx="576397" cy="5763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70754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485D234-DAC8-0C4A-A1F3-1C6ED7A18865}"/>
              </a:ext>
            </a:extLst>
          </p:cNvPr>
          <p:cNvSpPr/>
          <p:nvPr/>
        </p:nvSpPr>
        <p:spPr>
          <a:xfrm>
            <a:off x="1588" y="-5667"/>
            <a:ext cx="11163300" cy="6863667"/>
          </a:xfrm>
          <a:prstGeom prst="rect">
            <a:avLst/>
          </a:prstGeom>
          <a:solidFill>
            <a:srgbClr val="F8B4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900" dirty="0"/>
              <a:t>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71C10FE-8A1F-469B-8D3B-1FC57061B846}"/>
              </a:ext>
            </a:extLst>
          </p:cNvPr>
          <p:cNvSpPr txBox="1"/>
          <p:nvPr/>
        </p:nvSpPr>
        <p:spPr>
          <a:xfrm>
            <a:off x="6855833" y="3834874"/>
            <a:ext cx="384629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spc="300" dirty="0">
                <a:latin typeface="Montserrat SemiBold" panose="00000700000000000000" pitchFamily="50" charset="0"/>
                <a:ea typeface="Montserrat" charset="0"/>
                <a:cs typeface="Montserrat" charset="0"/>
              </a:rPr>
              <a:t>EF CORE</a:t>
            </a:r>
          </a:p>
        </p:txBody>
      </p:sp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1C12CA45-2E9D-1063-34BC-57CC0F5E46EA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" b="11"/>
          <a:stretch/>
        </p:blipFill>
        <p:spPr/>
      </p:pic>
    </p:spTree>
    <p:extLst>
      <p:ext uri="{BB962C8B-B14F-4D97-AF65-F5344CB8AC3E}">
        <p14:creationId xmlns:p14="http://schemas.microsoft.com/office/powerpoint/2010/main" val="38032587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FC3538E-1FA5-A8A7-2E85-1745020B4B5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solidFill>
            <a:schemeClr val="accent4"/>
          </a:solidFill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19027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EE7C668-B393-470C-9975-4D2D64E2F495}"/>
              </a:ext>
            </a:extLst>
          </p:cNvPr>
          <p:cNvSpPr txBox="1"/>
          <p:nvPr/>
        </p:nvSpPr>
        <p:spPr>
          <a:xfrm>
            <a:off x="1513949" y="823087"/>
            <a:ext cx="9705036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228600"/>
            <a:r>
              <a:rPr lang="en-US" sz="3000" spc="300" dirty="0">
                <a:solidFill>
                  <a:prstClr val="black"/>
                </a:solidFill>
                <a:latin typeface="Montserrat SemiBold" panose="00000700000000000000" pitchFamily="50" charset="0"/>
                <a:ea typeface="Montserrat" charset="0"/>
                <a:cs typeface="Montserrat" charset="0"/>
              </a:rPr>
              <a:t>WHAT IS ENTITY FRAMEWORK CORE?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709A48F-E50C-4E30-B4B2-11A40082DADC}"/>
              </a:ext>
            </a:extLst>
          </p:cNvPr>
          <p:cNvSpPr txBox="1"/>
          <p:nvPr/>
        </p:nvSpPr>
        <p:spPr>
          <a:xfrm>
            <a:off x="1494899" y="3127448"/>
            <a:ext cx="24850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228600"/>
            <a:r>
              <a:rPr lang="en-US" sz="1200" spc="300" dirty="0">
                <a:solidFill>
                  <a:prstClr val="black"/>
                </a:solidFill>
                <a:latin typeface="Montserrat SemiBold" panose="00000700000000000000" pitchFamily="50" charset="0"/>
                <a:ea typeface="Montserrat" charset="0"/>
                <a:cs typeface="Montserrat" charset="0"/>
              </a:rPr>
              <a:t>100% OPEN SOURCE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0E4DD55-CDB0-4373-B477-71DEE6842B20}"/>
              </a:ext>
            </a:extLst>
          </p:cNvPr>
          <p:cNvSpPr txBox="1"/>
          <p:nvPr/>
        </p:nvSpPr>
        <p:spPr>
          <a:xfrm>
            <a:off x="4689588" y="3125908"/>
            <a:ext cx="26549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228600"/>
            <a:r>
              <a:rPr lang="en-US" sz="1200" spc="300" dirty="0">
                <a:solidFill>
                  <a:prstClr val="black"/>
                </a:solidFill>
                <a:latin typeface="Montserrat SemiBold" panose="00000700000000000000" pitchFamily="50" charset="0"/>
                <a:ea typeface="Montserrat" charset="0"/>
                <a:cs typeface="Montserrat" charset="0"/>
              </a:rPr>
              <a:t>CROSS-PLATFORM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8998BB9-FC1D-4184-9EB1-33BDDB5A62CD}"/>
              </a:ext>
            </a:extLst>
          </p:cNvPr>
          <p:cNvSpPr txBox="1"/>
          <p:nvPr/>
        </p:nvSpPr>
        <p:spPr>
          <a:xfrm>
            <a:off x="7884278" y="3127448"/>
            <a:ext cx="24144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228600"/>
            <a:r>
              <a:rPr lang="en-US" sz="1200" spc="300" dirty="0">
                <a:solidFill>
                  <a:prstClr val="black"/>
                </a:solidFill>
                <a:latin typeface="Montserrat SemiBold" panose="00000700000000000000" pitchFamily="50" charset="0"/>
                <a:ea typeface="Montserrat" charset="0"/>
                <a:cs typeface="Montserrat" charset="0"/>
              </a:rPr>
              <a:t>PERFORMANCE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9F4A8A3-1E7F-40D4-9011-09B2ED1B4B7C}"/>
              </a:ext>
            </a:extLst>
          </p:cNvPr>
          <p:cNvSpPr txBox="1"/>
          <p:nvPr/>
        </p:nvSpPr>
        <p:spPr>
          <a:xfrm>
            <a:off x="1473749" y="1377085"/>
            <a:ext cx="26737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228600"/>
            <a:r>
              <a:rPr lang="en-US" sz="1200" spc="150" dirty="0">
                <a:solidFill>
                  <a:prstClr val="black"/>
                </a:solidFill>
                <a:latin typeface="Montserrat Medium" panose="00000600000000000000" pitchFamily="50" charset="0"/>
                <a:ea typeface="Montserrat" charset="0"/>
                <a:cs typeface="Montserrat" charset="0"/>
              </a:rPr>
              <a:t>Where did it come from?</a:t>
            </a:r>
          </a:p>
        </p:txBody>
      </p:sp>
      <p:pic>
        <p:nvPicPr>
          <p:cNvPr id="22" name="Picture Placeholder 21" descr="A picture containing light&#10;&#10;Description automatically generated">
            <a:extLst>
              <a:ext uri="{FF2B5EF4-FFF2-40B4-BE49-F238E27FC236}">
                <a16:creationId xmlns:a16="http://schemas.microsoft.com/office/drawing/2014/main" id="{4D01D66F-C1E2-E877-6B94-9F117BC88701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625" r="16625"/>
          <a:stretch>
            <a:fillRect/>
          </a:stretch>
        </p:blipFill>
        <p:spPr>
          <a:xfrm>
            <a:off x="4729163" y="3598863"/>
            <a:ext cx="2752725" cy="2514600"/>
          </a:xfrm>
        </p:spPr>
      </p:pic>
      <p:pic>
        <p:nvPicPr>
          <p:cNvPr id="3074" name="Picture 2" descr="What is &quot;Open Source&quot;?">
            <a:extLst>
              <a:ext uri="{FF2B5EF4-FFF2-40B4-BE49-F238E27FC236}">
                <a16:creationId xmlns:a16="http://schemas.microsoft.com/office/drawing/2014/main" id="{F29D4144-B4D4-45C0-D3D8-C2E52396D517}"/>
              </a:ext>
            </a:extLst>
          </p:cNvPr>
          <p:cNvPicPr>
            <a:picLocks noGrp="1" noChangeAspect="1" noChangeArrowheads="1"/>
          </p:cNvPicPr>
          <p:nvPr>
            <p:ph type="pic" sz="quarter" idx="10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158" r="19158"/>
          <a:stretch>
            <a:fillRect/>
          </a:stretch>
        </p:blipFill>
        <p:spPr bwMode="auto">
          <a:xfrm>
            <a:off x="1524000" y="3598863"/>
            <a:ext cx="2757488" cy="2514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0" name="Picture 8" descr="Gauge, performance, speed icon">
            <a:extLst>
              <a:ext uri="{FF2B5EF4-FFF2-40B4-BE49-F238E27FC236}">
                <a16:creationId xmlns:a16="http://schemas.microsoft.com/office/drawing/2014/main" id="{2E035F7A-1B95-9BF8-0CD6-90A240F6221B}"/>
              </a:ext>
            </a:extLst>
          </p:cNvPr>
          <p:cNvPicPr>
            <a:picLocks noGrp="1" noChangeAspect="1" noChangeArrowheads="1"/>
          </p:cNvPicPr>
          <p:nvPr>
            <p:ph type="pic" sz="quarter" idx="12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483" b="4483"/>
          <a:stretch>
            <a:fillRect/>
          </a:stretch>
        </p:blipFill>
        <p:spPr bwMode="auto">
          <a:xfrm>
            <a:off x="7910513" y="3598863"/>
            <a:ext cx="2762250" cy="2514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Graphic 23" descr="Stopwatch with solid fill">
            <a:extLst>
              <a:ext uri="{FF2B5EF4-FFF2-40B4-BE49-F238E27FC236}">
                <a16:creationId xmlns:a16="http://schemas.microsoft.com/office/drawing/2014/main" id="{968D14C1-BFE3-0146-2E3F-DDF677A3DAF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910513" y="2562292"/>
            <a:ext cx="501484" cy="501484"/>
          </a:xfrm>
          <a:prstGeom prst="rect">
            <a:avLst/>
          </a:prstGeom>
        </p:spPr>
      </p:pic>
      <p:pic>
        <p:nvPicPr>
          <p:cNvPr id="26" name="Graphic 25" descr="Programmer female with solid fill">
            <a:extLst>
              <a:ext uri="{FF2B5EF4-FFF2-40B4-BE49-F238E27FC236}">
                <a16:creationId xmlns:a16="http://schemas.microsoft.com/office/drawing/2014/main" id="{BF1DE729-E1F5-8A4C-A92A-3DA373D99D8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524000" y="2562292"/>
            <a:ext cx="501484" cy="501484"/>
          </a:xfrm>
          <a:prstGeom prst="rect">
            <a:avLst/>
          </a:prstGeom>
        </p:spPr>
      </p:pic>
      <p:pic>
        <p:nvPicPr>
          <p:cNvPr id="28" name="Graphic 27" descr="Network diagram with solid fill">
            <a:extLst>
              <a:ext uri="{FF2B5EF4-FFF2-40B4-BE49-F238E27FC236}">
                <a16:creationId xmlns:a16="http://schemas.microsoft.com/office/drawing/2014/main" id="{5C817922-D4C0-377A-05B4-1E64A7C4731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729163" y="2562292"/>
            <a:ext cx="563616" cy="5636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32655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0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0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/>
      <p:bldP spid="1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A528DC9-BB47-445C-9B13-0CD077BD9048}"/>
              </a:ext>
            </a:extLst>
          </p:cNvPr>
          <p:cNvSpPr txBox="1"/>
          <p:nvPr/>
        </p:nvSpPr>
        <p:spPr>
          <a:xfrm>
            <a:off x="2438400" y="743404"/>
            <a:ext cx="713935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spc="300" dirty="0">
                <a:latin typeface="Montserrat SemiBold" panose="00000700000000000000" pitchFamily="50" charset="0"/>
                <a:ea typeface="Montserrat" charset="0"/>
                <a:cs typeface="Montserrat" charset="0"/>
              </a:rPr>
              <a:t>DBCONTEXT POOLING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9FFE08C-0150-A24D-8F0E-E335CDBED811}"/>
              </a:ext>
            </a:extLst>
          </p:cNvPr>
          <p:cNvSpPr/>
          <p:nvPr/>
        </p:nvSpPr>
        <p:spPr>
          <a:xfrm>
            <a:off x="1588" y="-1"/>
            <a:ext cx="1536700" cy="6858001"/>
          </a:xfrm>
          <a:prstGeom prst="rect">
            <a:avLst/>
          </a:prstGeom>
          <a:solidFill>
            <a:srgbClr val="F8B4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900" dirty="0"/>
              <a:t>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1685960-AE93-E4F9-093C-F95539AFCA06}"/>
              </a:ext>
            </a:extLst>
          </p:cNvPr>
          <p:cNvSpPr/>
          <p:nvPr/>
        </p:nvSpPr>
        <p:spPr bwMode="auto">
          <a:xfrm>
            <a:off x="292726" y="1297402"/>
            <a:ext cx="2865924" cy="5451695"/>
          </a:xfrm>
          <a:prstGeom prst="rect">
            <a:avLst/>
          </a:prstGeom>
          <a:solidFill>
            <a:srgbClr val="0078D7"/>
          </a:solidFill>
          <a:ln>
            <a:noFill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0" tIns="62174" rIns="0" bIns="62174" numCol="1" rtlCol="0" anchor="t" anchorCtr="0" compatLnSpc="1">
            <a:prstTxWarp prst="textNoShape">
              <a:avLst/>
            </a:prstTxWarp>
          </a:bodyPr>
          <a:lstStyle/>
          <a:p>
            <a:pPr algn="ctr" defTabSz="1243088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866" dirty="0">
                <a:gradFill>
                  <a:gsLst>
                    <a:gs pos="5439">
                      <a:srgbClr val="F8F8F8"/>
                    </a:gs>
                    <a:gs pos="10000">
                      <a:srgbClr val="F8F8F8"/>
                    </a:gs>
                  </a:gsLst>
                  <a:lin ang="5400000" scaled="0"/>
                </a:gradFill>
                <a:latin typeface="Segoe UI Semilight"/>
              </a:rPr>
              <a:t>DI Container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6FCB6FE-A2E7-1790-A899-6E13BF7C7711}"/>
              </a:ext>
            </a:extLst>
          </p:cNvPr>
          <p:cNvSpPr txBox="1"/>
          <p:nvPr/>
        </p:nvSpPr>
        <p:spPr>
          <a:xfrm>
            <a:off x="5339654" y="1297402"/>
            <a:ext cx="6739733" cy="5277464"/>
          </a:xfrm>
          <a:prstGeom prst="rect">
            <a:avLst/>
          </a:prstGeom>
          <a:solidFill>
            <a:srgbClr val="FFFFFF"/>
          </a:solidFill>
          <a:ln>
            <a:solidFill>
              <a:schemeClr val="tx1"/>
            </a:solidFill>
          </a:ln>
        </p:spPr>
        <p:txBody>
          <a:bodyPr wrap="square" lIns="243805" tIns="195044" rIns="243805" bIns="195044" rtlCol="0">
            <a:spAutoFit/>
          </a:bodyPr>
          <a:lstStyle/>
          <a:p>
            <a:pPr defTabSz="914367">
              <a:defRPr/>
            </a:pPr>
            <a:r>
              <a:rPr lang="en-US" sz="1866" dirty="0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en-US" sz="1866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66" dirty="0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en-US" sz="1866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66" dirty="0" err="1">
                <a:solidFill>
                  <a:srgbClr val="2B91AF"/>
                </a:solidFill>
                <a:latin typeface="Consolas" panose="020B0609020204030204" pitchFamily="49" charset="0"/>
              </a:rPr>
              <a:t>BlogsController</a:t>
            </a:r>
            <a:r>
              <a:rPr lang="en-US" sz="1866" dirty="0">
                <a:solidFill>
                  <a:srgbClr val="000000"/>
                </a:solidFill>
                <a:latin typeface="Consolas" panose="020B0609020204030204" pitchFamily="49" charset="0"/>
              </a:rPr>
              <a:t> : </a:t>
            </a:r>
            <a:r>
              <a:rPr lang="en-US" sz="1866" dirty="0">
                <a:solidFill>
                  <a:srgbClr val="2B91AF"/>
                </a:solidFill>
                <a:latin typeface="Consolas" panose="020B0609020204030204" pitchFamily="49" charset="0"/>
              </a:rPr>
              <a:t>Controller</a:t>
            </a:r>
            <a:endParaRPr lang="en-US" sz="1866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defTabSz="914367">
              <a:defRPr/>
            </a:pPr>
            <a:r>
              <a:rPr lang="en-US" sz="1866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pPr defTabSz="914367">
              <a:defRPr/>
            </a:pPr>
            <a:r>
              <a:rPr lang="en-US" sz="1866" dirty="0">
                <a:solidFill>
                  <a:srgbClr val="0000FF"/>
                </a:solidFill>
                <a:latin typeface="Consolas" panose="020B0609020204030204" pitchFamily="49" charset="0"/>
              </a:rPr>
              <a:t>    private</a:t>
            </a:r>
            <a:r>
              <a:rPr lang="en-US" sz="1866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66" dirty="0" err="1">
                <a:solidFill>
                  <a:srgbClr val="2B91AF"/>
                </a:solidFill>
                <a:latin typeface="Consolas" panose="020B0609020204030204" pitchFamily="49" charset="0"/>
              </a:rPr>
              <a:t>BlogContext</a:t>
            </a:r>
            <a:r>
              <a:rPr lang="en-US" sz="1866" dirty="0">
                <a:solidFill>
                  <a:srgbClr val="000000"/>
                </a:solidFill>
                <a:latin typeface="Consolas" panose="020B0609020204030204" pitchFamily="49" charset="0"/>
              </a:rPr>
              <a:t> _context;</a:t>
            </a:r>
          </a:p>
          <a:p>
            <a:pPr defTabSz="914367">
              <a:defRPr/>
            </a:pPr>
            <a:endParaRPr lang="en-US" sz="1866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defTabSz="914367">
              <a:defRPr/>
            </a:pPr>
            <a:r>
              <a:rPr lang="en-US" sz="1866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866" dirty="0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en-US" sz="1866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66" dirty="0" err="1">
                <a:solidFill>
                  <a:srgbClr val="000000"/>
                </a:solidFill>
                <a:latin typeface="Consolas" panose="020B0609020204030204" pitchFamily="49" charset="0"/>
              </a:rPr>
              <a:t>BlogsController</a:t>
            </a:r>
            <a:r>
              <a:rPr lang="en-US" sz="1866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866" dirty="0" err="1">
                <a:solidFill>
                  <a:srgbClr val="2B91AF"/>
                </a:solidFill>
                <a:latin typeface="Consolas" panose="020B0609020204030204" pitchFamily="49" charset="0"/>
              </a:rPr>
              <a:t>BlogContext</a:t>
            </a:r>
            <a:r>
              <a:rPr lang="en-US" sz="1866" dirty="0">
                <a:solidFill>
                  <a:srgbClr val="000000"/>
                </a:solidFill>
                <a:latin typeface="Consolas" panose="020B0609020204030204" pitchFamily="49" charset="0"/>
              </a:rPr>
              <a:t> context)</a:t>
            </a:r>
          </a:p>
          <a:p>
            <a:pPr defTabSz="914367">
              <a:defRPr/>
            </a:pPr>
            <a:r>
              <a:rPr lang="en-US" sz="1866" dirty="0">
                <a:solidFill>
                  <a:srgbClr val="000000"/>
                </a:solidFill>
                <a:latin typeface="Consolas" panose="020B0609020204030204" pitchFamily="49" charset="0"/>
              </a:rPr>
              <a:t>    {</a:t>
            </a:r>
          </a:p>
          <a:p>
            <a:pPr defTabSz="914367">
              <a:defRPr/>
            </a:pPr>
            <a:r>
              <a:rPr lang="en-US" sz="1866" dirty="0">
                <a:solidFill>
                  <a:srgbClr val="000000"/>
                </a:solidFill>
                <a:latin typeface="Consolas" panose="020B0609020204030204" pitchFamily="49" charset="0"/>
              </a:rPr>
              <a:t>        _context = context;</a:t>
            </a:r>
          </a:p>
          <a:p>
            <a:pPr defTabSz="914367">
              <a:defRPr/>
            </a:pPr>
            <a:r>
              <a:rPr lang="en-US" sz="1866" dirty="0">
                <a:solidFill>
                  <a:srgbClr val="000000"/>
                </a:solidFill>
                <a:latin typeface="Consolas" panose="020B0609020204030204" pitchFamily="49" charset="0"/>
              </a:rPr>
              <a:t>    }</a:t>
            </a:r>
          </a:p>
          <a:p>
            <a:pPr defTabSz="914367">
              <a:defRPr/>
            </a:pPr>
            <a:br>
              <a:rPr lang="en-US" sz="1866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sz="1866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866" dirty="0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en-US" sz="1866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66" dirty="0" err="1">
                <a:solidFill>
                  <a:srgbClr val="2B91AF"/>
                </a:solidFill>
                <a:latin typeface="Consolas" panose="020B0609020204030204" pitchFamily="49" charset="0"/>
              </a:rPr>
              <a:t>IActionResult</a:t>
            </a:r>
            <a:r>
              <a:rPr lang="en-US" sz="1866" dirty="0">
                <a:solidFill>
                  <a:srgbClr val="000000"/>
                </a:solidFill>
                <a:latin typeface="Consolas" panose="020B0609020204030204" pitchFamily="49" charset="0"/>
              </a:rPr>
              <a:t> Index()</a:t>
            </a:r>
          </a:p>
          <a:p>
            <a:pPr defTabSz="914367">
              <a:defRPr/>
            </a:pPr>
            <a:r>
              <a:rPr lang="en-US" sz="1866" dirty="0">
                <a:solidFill>
                  <a:srgbClr val="000000"/>
                </a:solidFill>
                <a:latin typeface="Consolas" panose="020B0609020204030204" pitchFamily="49" charset="0"/>
              </a:rPr>
              <a:t>    {</a:t>
            </a:r>
          </a:p>
          <a:p>
            <a:pPr defTabSz="914367">
              <a:defRPr/>
            </a:pPr>
            <a:r>
              <a:rPr lang="en-US" sz="1866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sz="1866" dirty="0">
                <a:solidFill>
                  <a:srgbClr val="0000FF"/>
                </a:solidFill>
                <a:latin typeface="Consolas" panose="020B0609020204030204" pitchFamily="49" charset="0"/>
              </a:rPr>
              <a:t>return</a:t>
            </a:r>
            <a:r>
              <a:rPr lang="en-US" sz="1866" dirty="0">
                <a:solidFill>
                  <a:srgbClr val="000000"/>
                </a:solidFill>
                <a:latin typeface="Consolas" panose="020B0609020204030204" pitchFamily="49" charset="0"/>
              </a:rPr>
              <a:t> _</a:t>
            </a:r>
            <a:r>
              <a:rPr lang="en-US" sz="1866" dirty="0" err="1">
                <a:solidFill>
                  <a:srgbClr val="000000"/>
                </a:solidFill>
                <a:latin typeface="Consolas" panose="020B0609020204030204" pitchFamily="49" charset="0"/>
              </a:rPr>
              <a:t>context.Blogs.ToList</a:t>
            </a:r>
            <a:r>
              <a:rPr lang="en-US" sz="1866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</a:p>
          <a:p>
            <a:pPr defTabSz="914367">
              <a:defRPr/>
            </a:pPr>
            <a:r>
              <a:rPr lang="en-US" sz="1866" dirty="0">
                <a:solidFill>
                  <a:srgbClr val="000000"/>
                </a:solidFill>
                <a:latin typeface="Consolas" panose="020B0609020204030204" pitchFamily="49" charset="0"/>
              </a:rPr>
              <a:t>    }</a:t>
            </a:r>
          </a:p>
          <a:p>
            <a:pPr defTabSz="914367">
              <a:defRPr/>
            </a:pPr>
            <a:r>
              <a:rPr lang="en-US" sz="1866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pPr defTabSz="914367">
              <a:defRPr/>
            </a:pPr>
            <a:endParaRPr lang="en-US" sz="1866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defTabSz="914367">
              <a:defRPr/>
            </a:pPr>
            <a:endParaRPr lang="en-US" sz="1866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defTabSz="914367">
              <a:defRPr/>
            </a:pPr>
            <a:endParaRPr lang="en-US" sz="1866" dirty="0">
              <a:gradFill>
                <a:gsLst>
                  <a:gs pos="2917">
                    <a:srgbClr val="505050"/>
                  </a:gs>
                  <a:gs pos="30000">
                    <a:srgbClr val="505050"/>
                  </a:gs>
                </a:gsLst>
                <a:lin ang="5400000" scaled="0"/>
              </a:gradFill>
              <a:latin typeface="Segoe UI Semilight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D43E65D-7B90-3E23-5F73-2C181A350333}"/>
              </a:ext>
            </a:extLst>
          </p:cNvPr>
          <p:cNvSpPr txBox="1"/>
          <p:nvPr/>
        </p:nvSpPr>
        <p:spPr>
          <a:xfrm>
            <a:off x="2978446" y="1507629"/>
            <a:ext cx="2407014" cy="615478"/>
          </a:xfrm>
          <a:prstGeom prst="rect">
            <a:avLst/>
          </a:prstGeom>
          <a:noFill/>
        </p:spPr>
        <p:txBody>
          <a:bodyPr wrap="none" lIns="243805" tIns="195044" rIns="243805" bIns="195044" rtlCol="0">
            <a:spAutoFit/>
          </a:bodyPr>
          <a:lstStyle/>
          <a:p>
            <a:pPr defTabSz="914367">
              <a:lnSpc>
                <a:spcPct val="90000"/>
              </a:lnSpc>
              <a:spcAft>
                <a:spcPts val="800"/>
              </a:spcAft>
              <a:defRPr/>
            </a:pPr>
            <a:r>
              <a:rPr lang="en-US" sz="1600" dirty="0">
                <a:gradFill>
                  <a:gsLst>
                    <a:gs pos="2917">
                      <a:srgbClr val="505050"/>
                    </a:gs>
                    <a:gs pos="30000">
                      <a:srgbClr val="505050"/>
                    </a:gs>
                  </a:gsLst>
                  <a:lin ang="5400000" scaled="0"/>
                </a:gradFill>
                <a:latin typeface="Segoe UI Semilight"/>
              </a:rPr>
              <a:t>Request: /blogs/index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F9016E1-86F3-F459-ACB9-7797BCA6D56A}"/>
              </a:ext>
            </a:extLst>
          </p:cNvPr>
          <p:cNvSpPr/>
          <p:nvPr/>
        </p:nvSpPr>
        <p:spPr bwMode="auto">
          <a:xfrm>
            <a:off x="4494727" y="1980407"/>
            <a:ext cx="626799" cy="1171194"/>
          </a:xfrm>
          <a:prstGeom prst="rect">
            <a:avLst/>
          </a:prstGeom>
          <a:solidFill>
            <a:srgbClr val="505050"/>
          </a:solidFill>
          <a:ln>
            <a:noFill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wrap="square" lIns="0" tIns="62174" rIns="0" bIns="62174" numCol="1" rtlCol="0" anchor="ctr" anchorCtr="0" compatLnSpc="1">
            <a:prstTxWarp prst="textNoShape">
              <a:avLst/>
            </a:prstTxWarp>
          </a:bodyPr>
          <a:lstStyle/>
          <a:p>
            <a:pPr algn="ctr" defTabSz="1243088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866" dirty="0">
                <a:gradFill>
                  <a:gsLst>
                    <a:gs pos="5439">
                      <a:srgbClr val="F8F8F8"/>
                    </a:gs>
                    <a:gs pos="10000">
                      <a:srgbClr val="F8F8F8"/>
                    </a:gs>
                  </a:gsLst>
                  <a:lin ang="5400000" scaled="0"/>
                </a:gradFill>
                <a:latin typeface="Segoe UI Semilight"/>
              </a:rPr>
              <a:t>Blogs</a:t>
            </a:r>
          </a:p>
          <a:p>
            <a:pPr algn="ctr" defTabSz="1243088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866" dirty="0">
                <a:gradFill>
                  <a:gsLst>
                    <a:gs pos="5439">
                      <a:srgbClr val="F8F8F8"/>
                    </a:gs>
                    <a:gs pos="10000">
                      <a:srgbClr val="F8F8F8"/>
                    </a:gs>
                  </a:gsLst>
                  <a:lin ang="5400000" scaled="0"/>
                </a:gradFill>
                <a:latin typeface="Segoe UI Semilight"/>
              </a:rPr>
              <a:t>Controller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56F319F-5B23-D87F-E747-17B8AC2B2994}"/>
              </a:ext>
            </a:extLst>
          </p:cNvPr>
          <p:cNvCxnSpPr/>
          <p:nvPr/>
        </p:nvCxnSpPr>
        <p:spPr>
          <a:xfrm flipV="1">
            <a:off x="4135080" y="2123095"/>
            <a:ext cx="359649" cy="5068"/>
          </a:xfrm>
          <a:prstGeom prst="straightConnector1">
            <a:avLst/>
          </a:prstGeom>
          <a:ln w="38100">
            <a:solidFill>
              <a:schemeClr val="bg2">
                <a:lumMod val="10000"/>
              </a:schemeClr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2F81403-C081-5B38-2BAC-D1CD950BF079}"/>
              </a:ext>
            </a:extLst>
          </p:cNvPr>
          <p:cNvGrpSpPr/>
          <p:nvPr/>
        </p:nvGrpSpPr>
        <p:grpSpPr>
          <a:xfrm>
            <a:off x="1931384" y="1922152"/>
            <a:ext cx="3245461" cy="1336238"/>
            <a:chOff x="1461284" y="1360511"/>
            <a:chExt cx="2434441" cy="1002320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132FDFA4-637C-7015-55EE-1DC174D49F5E}"/>
                </a:ext>
              </a:extLst>
            </p:cNvPr>
            <p:cNvSpPr txBox="1"/>
            <p:nvPr/>
          </p:nvSpPr>
          <p:spPr>
            <a:xfrm>
              <a:off x="1461284" y="1460516"/>
              <a:ext cx="563162" cy="769219"/>
            </a:xfrm>
            <a:prstGeom prst="rect">
              <a:avLst/>
            </a:prstGeom>
            <a:noFill/>
          </p:spPr>
          <p:txBody>
            <a:bodyPr vert="vert270" wrap="none" lIns="243805" tIns="195044" rIns="243805" bIns="195044" rtlCol="0">
              <a:spAutoFit/>
            </a:bodyPr>
            <a:lstStyle/>
            <a:p>
              <a:pPr defTabSz="914367">
                <a:lnSpc>
                  <a:spcPct val="90000"/>
                </a:lnSpc>
                <a:spcAft>
                  <a:spcPts val="800"/>
                </a:spcAft>
                <a:defRPr/>
              </a:pPr>
              <a:r>
                <a:rPr lang="en-US" sz="1866" dirty="0">
                  <a:solidFill>
                    <a:srgbClr val="FFFFFF"/>
                  </a:solidFill>
                  <a:latin typeface="Segoe UI Semilight"/>
                </a:rPr>
                <a:t>Scope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10105184-535C-EE23-27DD-04E58F50A609}"/>
                </a:ext>
              </a:extLst>
            </p:cNvPr>
            <p:cNvSpPr/>
            <p:nvPr/>
          </p:nvSpPr>
          <p:spPr bwMode="auto">
            <a:xfrm>
              <a:off x="1607143" y="1360511"/>
              <a:ext cx="2288582" cy="1002320"/>
            </a:xfrm>
            <a:prstGeom prst="rect">
              <a:avLst/>
            </a:prstGeom>
            <a:noFill/>
            <a:ln>
              <a:solidFill>
                <a:schemeClr val="accent3"/>
              </a:solidFill>
              <a:prstDash val="sysDash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0" tIns="62174" rIns="0" bIns="62174" numCol="1" rtlCol="0" anchor="ctr" anchorCtr="0" compatLnSpc="1">
              <a:prstTxWarp prst="textNoShape">
                <a:avLst/>
              </a:prstTxWarp>
            </a:bodyPr>
            <a:lstStyle/>
            <a:p>
              <a:pPr algn="ctr" defTabSz="1243088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866" dirty="0">
                <a:gradFill>
                  <a:gsLst>
                    <a:gs pos="5439">
                      <a:srgbClr val="F8F8F8"/>
                    </a:gs>
                    <a:gs pos="10000">
                      <a:srgbClr val="F8F8F8"/>
                    </a:gs>
                  </a:gsLst>
                  <a:lin ang="5400000" scaled="0"/>
                </a:gradFill>
                <a:latin typeface="Segoe UI Semilight"/>
              </a:endParaRPr>
            </a:p>
          </p:txBody>
        </p: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DD737D6D-6114-E084-C2CE-79FF9D1EA2EF}"/>
              </a:ext>
            </a:extLst>
          </p:cNvPr>
          <p:cNvSpPr/>
          <p:nvPr/>
        </p:nvSpPr>
        <p:spPr bwMode="auto">
          <a:xfrm>
            <a:off x="2643221" y="1980406"/>
            <a:ext cx="1493155" cy="318931"/>
          </a:xfrm>
          <a:prstGeom prst="rect">
            <a:avLst/>
          </a:prstGeom>
          <a:solidFill>
            <a:srgbClr val="D83B01"/>
          </a:solidFill>
          <a:ln>
            <a:noFill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0" tIns="62174" rIns="0" bIns="62174" numCol="1" rtlCol="0" anchor="ctr" anchorCtr="0" compatLnSpc="1">
            <a:prstTxWarp prst="textNoShape">
              <a:avLst/>
            </a:prstTxWarp>
          </a:bodyPr>
          <a:lstStyle/>
          <a:p>
            <a:pPr algn="ctr" defTabSz="1243088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866" dirty="0" err="1">
                <a:gradFill>
                  <a:gsLst>
                    <a:gs pos="5439">
                      <a:srgbClr val="F8F8F8"/>
                    </a:gs>
                    <a:gs pos="10000">
                      <a:srgbClr val="F8F8F8"/>
                    </a:gs>
                  </a:gsLst>
                  <a:lin ang="5400000" scaled="0"/>
                </a:gradFill>
                <a:latin typeface="Segoe UI Semilight"/>
              </a:rPr>
              <a:t>BlogContext</a:t>
            </a:r>
            <a:endParaRPr lang="en-US" sz="1866" dirty="0">
              <a:gradFill>
                <a:gsLst>
                  <a:gs pos="5439">
                    <a:srgbClr val="F8F8F8"/>
                  </a:gs>
                  <a:gs pos="10000">
                    <a:srgbClr val="F8F8F8"/>
                  </a:gs>
                </a:gsLst>
                <a:lin ang="5400000" scaled="0"/>
              </a:gradFill>
              <a:latin typeface="Segoe UI Semilight"/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94DACDCD-759A-EF9C-C4B9-290DB94F3D38}"/>
              </a:ext>
            </a:extLst>
          </p:cNvPr>
          <p:cNvGrpSpPr/>
          <p:nvPr/>
        </p:nvGrpSpPr>
        <p:grpSpPr>
          <a:xfrm>
            <a:off x="1918216" y="3194228"/>
            <a:ext cx="3454077" cy="1750760"/>
            <a:chOff x="1451407" y="2314704"/>
            <a:chExt cx="2590925" cy="1313256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5751BE7-6DA0-4D63-53AD-D0E91E86CC20}"/>
                </a:ext>
              </a:extLst>
            </p:cNvPr>
            <p:cNvSpPr txBox="1"/>
            <p:nvPr/>
          </p:nvSpPr>
          <p:spPr>
            <a:xfrm>
              <a:off x="1451407" y="2725644"/>
              <a:ext cx="563162" cy="769220"/>
            </a:xfrm>
            <a:prstGeom prst="rect">
              <a:avLst/>
            </a:prstGeom>
            <a:noFill/>
          </p:spPr>
          <p:txBody>
            <a:bodyPr vert="vert270" wrap="none" lIns="243805" tIns="195044" rIns="243805" bIns="195044" rtlCol="0">
              <a:spAutoFit/>
            </a:bodyPr>
            <a:lstStyle/>
            <a:p>
              <a:pPr defTabSz="914367">
                <a:lnSpc>
                  <a:spcPct val="90000"/>
                </a:lnSpc>
                <a:spcAft>
                  <a:spcPts val="800"/>
                </a:spcAft>
                <a:defRPr/>
              </a:pPr>
              <a:r>
                <a:rPr lang="en-US" sz="1866" dirty="0">
                  <a:solidFill>
                    <a:srgbClr val="FFFFFF"/>
                  </a:solidFill>
                  <a:latin typeface="Segoe UI Semilight"/>
                </a:rPr>
                <a:t>Scope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7BD7DE9D-0D8E-A0B8-2CD7-C8CD13C8771B}"/>
                </a:ext>
              </a:extLst>
            </p:cNvPr>
            <p:cNvSpPr/>
            <p:nvPr/>
          </p:nvSpPr>
          <p:spPr bwMode="auto">
            <a:xfrm>
              <a:off x="3374188" y="2669337"/>
              <a:ext cx="470166" cy="878520"/>
            </a:xfrm>
            <a:prstGeom prst="rect">
              <a:avLst/>
            </a:prstGeom>
            <a:solidFill>
              <a:srgbClr val="505050"/>
            </a:solidFill>
            <a:ln>
              <a:noFill/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wrap="square" lIns="0" tIns="62174" rIns="0" bIns="62174" numCol="1" rtlCol="0" anchor="ctr" anchorCtr="0" compatLnSpc="1">
              <a:prstTxWarp prst="textNoShape">
                <a:avLst/>
              </a:prstTxWarp>
            </a:bodyPr>
            <a:lstStyle/>
            <a:p>
              <a:pPr algn="ctr" defTabSz="1243088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en-US" sz="1866" dirty="0">
                  <a:gradFill>
                    <a:gsLst>
                      <a:gs pos="5439">
                        <a:srgbClr val="F8F8F8"/>
                      </a:gs>
                      <a:gs pos="10000">
                        <a:srgbClr val="F8F8F8"/>
                      </a:gs>
                    </a:gsLst>
                    <a:lin ang="5400000" scaled="0"/>
                  </a:gradFill>
                  <a:latin typeface="Segoe UI Semilight"/>
                </a:rPr>
                <a:t>Blogs</a:t>
              </a:r>
            </a:p>
            <a:p>
              <a:pPr algn="ctr" defTabSz="1243088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en-US" sz="1866" dirty="0">
                  <a:gradFill>
                    <a:gsLst>
                      <a:gs pos="5439">
                        <a:srgbClr val="F8F8F8"/>
                      </a:gs>
                      <a:gs pos="10000">
                        <a:srgbClr val="F8F8F8"/>
                      </a:gs>
                    </a:gsLst>
                    <a:lin ang="5400000" scaled="0"/>
                  </a:gradFill>
                  <a:latin typeface="Segoe UI Semilight"/>
                </a:rPr>
                <a:t>Controller</a:t>
              </a: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20FDC483-89EA-8DDE-3451-ECCAC854A5C1}"/>
                </a:ext>
              </a:extLst>
            </p:cNvPr>
            <p:cNvCxnSpPr/>
            <p:nvPr/>
          </p:nvCxnSpPr>
          <p:spPr>
            <a:xfrm flipV="1">
              <a:off x="3104413" y="2776369"/>
              <a:ext cx="269775" cy="3802"/>
            </a:xfrm>
            <a:prstGeom prst="straightConnector1">
              <a:avLst/>
            </a:prstGeom>
            <a:ln w="38100">
              <a:solidFill>
                <a:srgbClr val="1D1B0E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7923DAA6-1DCB-F066-4051-53D3559685FA}"/>
                </a:ext>
              </a:extLst>
            </p:cNvPr>
            <p:cNvSpPr/>
            <p:nvPr/>
          </p:nvSpPr>
          <p:spPr bwMode="auto">
            <a:xfrm>
              <a:off x="1597266" y="2625640"/>
              <a:ext cx="2288582" cy="1002320"/>
            </a:xfrm>
            <a:prstGeom prst="rect">
              <a:avLst/>
            </a:prstGeom>
            <a:noFill/>
            <a:ln>
              <a:solidFill>
                <a:schemeClr val="accent3"/>
              </a:solidFill>
              <a:prstDash val="sysDash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0" tIns="62174" rIns="0" bIns="62174" numCol="1" rtlCol="0" anchor="ctr" anchorCtr="0" compatLnSpc="1">
              <a:prstTxWarp prst="textNoShape">
                <a:avLst/>
              </a:prstTxWarp>
            </a:bodyPr>
            <a:lstStyle/>
            <a:p>
              <a:pPr algn="ctr" defTabSz="1243088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866" dirty="0">
                <a:gradFill>
                  <a:gsLst>
                    <a:gs pos="5439">
                      <a:srgbClr val="F8F8F8"/>
                    </a:gs>
                    <a:gs pos="10000">
                      <a:srgbClr val="F8F8F8"/>
                    </a:gs>
                  </a:gsLst>
                  <a:lin ang="5400000" scaled="0"/>
                </a:gradFill>
                <a:latin typeface="Segoe UI Semilight"/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F1E0E7D3-A2EB-A723-3E1C-233876FEACF6}"/>
                </a:ext>
              </a:extLst>
            </p:cNvPr>
            <p:cNvSpPr/>
            <p:nvPr/>
          </p:nvSpPr>
          <p:spPr bwMode="auto">
            <a:xfrm>
              <a:off x="1995237" y="2669337"/>
              <a:ext cx="1110149" cy="239232"/>
            </a:xfrm>
            <a:prstGeom prst="rect">
              <a:avLst/>
            </a:prstGeom>
            <a:solidFill>
              <a:srgbClr val="D83B01"/>
            </a:solidFill>
            <a:ln>
              <a:noFill/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0" tIns="62174" rIns="0" bIns="62174" numCol="1" rtlCol="0" anchor="ctr" anchorCtr="0" compatLnSpc="1">
              <a:prstTxWarp prst="textNoShape">
                <a:avLst/>
              </a:prstTxWarp>
            </a:bodyPr>
            <a:lstStyle/>
            <a:p>
              <a:pPr algn="ctr" defTabSz="1243088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en-US" sz="1866" dirty="0" err="1">
                  <a:gradFill>
                    <a:gsLst>
                      <a:gs pos="5439">
                        <a:srgbClr val="F8F8F8"/>
                      </a:gs>
                      <a:gs pos="10000">
                        <a:srgbClr val="F8F8F8"/>
                      </a:gs>
                    </a:gsLst>
                    <a:lin ang="5400000" scaled="0"/>
                  </a:gradFill>
                  <a:latin typeface="Segoe UI Semilight"/>
                </a:rPr>
                <a:t>BlogContext</a:t>
              </a:r>
              <a:endParaRPr lang="en-US" sz="1866" dirty="0">
                <a:gradFill>
                  <a:gsLst>
                    <a:gs pos="5439">
                      <a:srgbClr val="F8F8F8"/>
                    </a:gs>
                    <a:gs pos="10000">
                      <a:srgbClr val="F8F8F8"/>
                    </a:gs>
                  </a:gsLst>
                  <a:lin ang="5400000" scaled="0"/>
                </a:gradFill>
                <a:latin typeface="Segoe UI Semilight"/>
              </a:endParaRP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F8EBD5F-E0E7-F44B-ABDF-9AE4534CC373}"/>
                </a:ext>
              </a:extLst>
            </p:cNvPr>
            <p:cNvSpPr txBox="1"/>
            <p:nvPr/>
          </p:nvSpPr>
          <p:spPr>
            <a:xfrm>
              <a:off x="2236815" y="2314704"/>
              <a:ext cx="1805517" cy="461674"/>
            </a:xfrm>
            <a:prstGeom prst="rect">
              <a:avLst/>
            </a:prstGeom>
            <a:noFill/>
          </p:spPr>
          <p:txBody>
            <a:bodyPr wrap="none" lIns="243805" tIns="195044" rIns="243805" bIns="195044" rtlCol="0">
              <a:spAutoFit/>
            </a:bodyPr>
            <a:lstStyle/>
            <a:p>
              <a:pPr defTabSz="914367">
                <a:lnSpc>
                  <a:spcPct val="90000"/>
                </a:lnSpc>
                <a:spcAft>
                  <a:spcPts val="800"/>
                </a:spcAft>
                <a:defRPr/>
              </a:pPr>
              <a:r>
                <a:rPr lang="en-US" sz="1600" dirty="0">
                  <a:gradFill>
                    <a:gsLst>
                      <a:gs pos="2917">
                        <a:srgbClr val="505050"/>
                      </a:gs>
                      <a:gs pos="30000">
                        <a:srgbClr val="505050"/>
                      </a:gs>
                    </a:gsLst>
                    <a:lin ang="5400000" scaled="0"/>
                  </a:gradFill>
                  <a:latin typeface="Segoe UI Semilight"/>
                </a:rPr>
                <a:t>Request: /blogs/index</a:t>
              </a: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73C4CBA0-7730-705D-E4DA-D9EB991BFAD6}"/>
              </a:ext>
            </a:extLst>
          </p:cNvPr>
          <p:cNvGrpSpPr/>
          <p:nvPr/>
        </p:nvGrpSpPr>
        <p:grpSpPr>
          <a:xfrm>
            <a:off x="1892306" y="4880827"/>
            <a:ext cx="3454077" cy="1750760"/>
            <a:chOff x="1461284" y="1049575"/>
            <a:chExt cx="2590925" cy="1313256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A62177B2-A7A8-7222-F029-62E006F6F156}"/>
                </a:ext>
              </a:extLst>
            </p:cNvPr>
            <p:cNvSpPr txBox="1"/>
            <p:nvPr/>
          </p:nvSpPr>
          <p:spPr>
            <a:xfrm>
              <a:off x="1461284" y="1460515"/>
              <a:ext cx="563162" cy="769220"/>
            </a:xfrm>
            <a:prstGeom prst="rect">
              <a:avLst/>
            </a:prstGeom>
            <a:noFill/>
          </p:spPr>
          <p:txBody>
            <a:bodyPr vert="vert270" wrap="none" lIns="243805" tIns="195044" rIns="243805" bIns="195044" rtlCol="0">
              <a:spAutoFit/>
            </a:bodyPr>
            <a:lstStyle/>
            <a:p>
              <a:pPr defTabSz="914367">
                <a:lnSpc>
                  <a:spcPct val="90000"/>
                </a:lnSpc>
                <a:spcAft>
                  <a:spcPts val="800"/>
                </a:spcAft>
                <a:defRPr/>
              </a:pPr>
              <a:r>
                <a:rPr lang="en-US" sz="1866" dirty="0">
                  <a:solidFill>
                    <a:srgbClr val="FFFFFF"/>
                  </a:solidFill>
                  <a:latin typeface="Segoe UI Semilight"/>
                </a:rPr>
                <a:t>Scope</a:t>
              </a: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76C78DB5-8137-B41C-D3B9-73F1A161E57F}"/>
                </a:ext>
              </a:extLst>
            </p:cNvPr>
            <p:cNvSpPr/>
            <p:nvPr/>
          </p:nvSpPr>
          <p:spPr bwMode="auto">
            <a:xfrm>
              <a:off x="3384065" y="1404208"/>
              <a:ext cx="470166" cy="878520"/>
            </a:xfrm>
            <a:prstGeom prst="rect">
              <a:avLst/>
            </a:prstGeom>
            <a:solidFill>
              <a:srgbClr val="505050"/>
            </a:solidFill>
            <a:ln>
              <a:noFill/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wrap="square" lIns="0" tIns="62174" rIns="0" bIns="62174" numCol="1" rtlCol="0" anchor="ctr" anchorCtr="0" compatLnSpc="1">
              <a:prstTxWarp prst="textNoShape">
                <a:avLst/>
              </a:prstTxWarp>
            </a:bodyPr>
            <a:lstStyle/>
            <a:p>
              <a:pPr algn="ctr" defTabSz="1243088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en-US" sz="1866" dirty="0">
                  <a:gradFill>
                    <a:gsLst>
                      <a:gs pos="5439">
                        <a:srgbClr val="F8F8F8"/>
                      </a:gs>
                      <a:gs pos="10000">
                        <a:srgbClr val="F8F8F8"/>
                      </a:gs>
                    </a:gsLst>
                    <a:lin ang="5400000" scaled="0"/>
                  </a:gradFill>
                  <a:latin typeface="Segoe UI Semilight"/>
                </a:rPr>
                <a:t>Blogs</a:t>
              </a:r>
            </a:p>
            <a:p>
              <a:pPr algn="ctr" defTabSz="1243088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en-US" sz="1866" dirty="0">
                  <a:gradFill>
                    <a:gsLst>
                      <a:gs pos="5439">
                        <a:srgbClr val="F8F8F8"/>
                      </a:gs>
                      <a:gs pos="10000">
                        <a:srgbClr val="F8F8F8"/>
                      </a:gs>
                    </a:gsLst>
                    <a:lin ang="5400000" scaled="0"/>
                  </a:gradFill>
                  <a:latin typeface="Segoe UI Semilight"/>
                </a:rPr>
                <a:t>Controller</a:t>
              </a:r>
            </a:p>
          </p:txBody>
        </p: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FAB6C8A6-F2BF-DCDF-06F8-837F9D745F3B}"/>
                </a:ext>
              </a:extLst>
            </p:cNvPr>
            <p:cNvCxnSpPr/>
            <p:nvPr/>
          </p:nvCxnSpPr>
          <p:spPr>
            <a:xfrm flipV="1">
              <a:off x="3114290" y="1511240"/>
              <a:ext cx="269775" cy="3802"/>
            </a:xfrm>
            <a:prstGeom prst="straightConnector1">
              <a:avLst/>
            </a:prstGeom>
            <a:ln w="38100">
              <a:solidFill>
                <a:srgbClr val="1D1B0E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B5A3E467-D5FA-6D47-F0A9-8E6AA01EAD8B}"/>
                </a:ext>
              </a:extLst>
            </p:cNvPr>
            <p:cNvSpPr/>
            <p:nvPr/>
          </p:nvSpPr>
          <p:spPr bwMode="auto">
            <a:xfrm>
              <a:off x="1607143" y="1360511"/>
              <a:ext cx="2288582" cy="1002320"/>
            </a:xfrm>
            <a:prstGeom prst="rect">
              <a:avLst/>
            </a:prstGeom>
            <a:noFill/>
            <a:ln>
              <a:solidFill>
                <a:schemeClr val="accent3"/>
              </a:solidFill>
              <a:prstDash val="sysDash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0" tIns="62174" rIns="0" bIns="62174" numCol="1" rtlCol="0" anchor="ctr" anchorCtr="0" compatLnSpc="1">
              <a:prstTxWarp prst="textNoShape">
                <a:avLst/>
              </a:prstTxWarp>
            </a:bodyPr>
            <a:lstStyle/>
            <a:p>
              <a:pPr algn="ctr" defTabSz="1243088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866" dirty="0">
                <a:gradFill>
                  <a:gsLst>
                    <a:gs pos="5439">
                      <a:srgbClr val="F8F8F8"/>
                    </a:gs>
                    <a:gs pos="10000">
                      <a:srgbClr val="F8F8F8"/>
                    </a:gs>
                  </a:gsLst>
                  <a:lin ang="5400000" scaled="0"/>
                </a:gradFill>
                <a:latin typeface="Segoe UI Semilight"/>
              </a:endParaRP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671D70CB-AAEF-A86E-14D6-232B75E1DCAD}"/>
                </a:ext>
              </a:extLst>
            </p:cNvPr>
            <p:cNvSpPr/>
            <p:nvPr/>
          </p:nvSpPr>
          <p:spPr bwMode="auto">
            <a:xfrm>
              <a:off x="2024549" y="1404208"/>
              <a:ext cx="1090713" cy="239232"/>
            </a:xfrm>
            <a:prstGeom prst="rect">
              <a:avLst/>
            </a:prstGeom>
            <a:solidFill>
              <a:srgbClr val="D83B01"/>
            </a:solidFill>
            <a:ln>
              <a:noFill/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0" tIns="62174" rIns="0" bIns="62174" numCol="1" rtlCol="0" anchor="ctr" anchorCtr="0" compatLnSpc="1">
              <a:prstTxWarp prst="textNoShape">
                <a:avLst/>
              </a:prstTxWarp>
            </a:bodyPr>
            <a:lstStyle/>
            <a:p>
              <a:pPr algn="ctr" defTabSz="1243088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en-US" sz="1866" dirty="0" err="1">
                  <a:gradFill>
                    <a:gsLst>
                      <a:gs pos="5439">
                        <a:srgbClr val="F8F8F8"/>
                      </a:gs>
                      <a:gs pos="10000">
                        <a:srgbClr val="F8F8F8"/>
                      </a:gs>
                    </a:gsLst>
                    <a:lin ang="5400000" scaled="0"/>
                  </a:gradFill>
                  <a:latin typeface="Segoe UI Semilight"/>
                </a:rPr>
                <a:t>BlogContext</a:t>
              </a:r>
              <a:endParaRPr lang="en-US" sz="1866" dirty="0">
                <a:gradFill>
                  <a:gsLst>
                    <a:gs pos="5439">
                      <a:srgbClr val="F8F8F8"/>
                    </a:gs>
                    <a:gs pos="10000">
                      <a:srgbClr val="F8F8F8"/>
                    </a:gs>
                  </a:gsLst>
                  <a:lin ang="5400000" scaled="0"/>
                </a:gradFill>
                <a:latin typeface="Segoe UI Semilight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F410C39E-6731-58A9-5306-A0AABEECC0D8}"/>
                </a:ext>
              </a:extLst>
            </p:cNvPr>
            <p:cNvSpPr txBox="1"/>
            <p:nvPr/>
          </p:nvSpPr>
          <p:spPr>
            <a:xfrm>
              <a:off x="2246692" y="1049575"/>
              <a:ext cx="1805517" cy="461674"/>
            </a:xfrm>
            <a:prstGeom prst="rect">
              <a:avLst/>
            </a:prstGeom>
            <a:noFill/>
          </p:spPr>
          <p:txBody>
            <a:bodyPr wrap="none" lIns="243805" tIns="195044" rIns="243805" bIns="195044" rtlCol="0">
              <a:spAutoFit/>
            </a:bodyPr>
            <a:lstStyle/>
            <a:p>
              <a:pPr defTabSz="914367">
                <a:lnSpc>
                  <a:spcPct val="90000"/>
                </a:lnSpc>
                <a:spcAft>
                  <a:spcPts val="800"/>
                </a:spcAft>
                <a:defRPr/>
              </a:pPr>
              <a:r>
                <a:rPr lang="en-US" sz="1600" dirty="0">
                  <a:gradFill>
                    <a:gsLst>
                      <a:gs pos="2917">
                        <a:srgbClr val="505050"/>
                      </a:gs>
                      <a:gs pos="30000">
                        <a:srgbClr val="505050"/>
                      </a:gs>
                    </a:gsLst>
                    <a:lin ang="5400000" scaled="0"/>
                  </a:gradFill>
                  <a:latin typeface="Segoe UI Semilight"/>
                </a:rPr>
                <a:t>Request: /blogs/index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468673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1000"/>
                            </p:stCondLst>
                            <p:childTnLst>
                              <p:par>
                                <p:cTn id="61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8" grpId="0"/>
      <p:bldP spid="8" grpId="1"/>
      <p:bldP spid="9" grpId="0" animBg="1"/>
      <p:bldP spid="9" grpId="1" animBg="1"/>
      <p:bldP spid="17" grpId="0" animBg="1"/>
      <p:bldP spid="17" grpId="1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A528DC9-BB47-445C-9B13-0CD077BD9048}"/>
              </a:ext>
            </a:extLst>
          </p:cNvPr>
          <p:cNvSpPr txBox="1"/>
          <p:nvPr/>
        </p:nvSpPr>
        <p:spPr>
          <a:xfrm>
            <a:off x="2438399" y="743404"/>
            <a:ext cx="678101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spc="300" dirty="0">
                <a:latin typeface="Montserrat SemiBold" panose="00000700000000000000" pitchFamily="50" charset="0"/>
                <a:ea typeface="Montserrat" charset="0"/>
                <a:cs typeface="Montserrat" charset="0"/>
              </a:rPr>
              <a:t>DBCONTEXT POOLING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9FFE08C-0150-A24D-8F0E-E335CDBED811}"/>
              </a:ext>
            </a:extLst>
          </p:cNvPr>
          <p:cNvSpPr/>
          <p:nvPr/>
        </p:nvSpPr>
        <p:spPr>
          <a:xfrm>
            <a:off x="1588" y="-1"/>
            <a:ext cx="1536700" cy="6858001"/>
          </a:xfrm>
          <a:prstGeom prst="rect">
            <a:avLst/>
          </a:prstGeom>
          <a:solidFill>
            <a:srgbClr val="F8B4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900" dirty="0"/>
              <a:t>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B90B265-5C59-07AF-941B-52B21EF56B36}"/>
              </a:ext>
            </a:extLst>
          </p:cNvPr>
          <p:cNvSpPr/>
          <p:nvPr/>
        </p:nvSpPr>
        <p:spPr bwMode="auto">
          <a:xfrm>
            <a:off x="286863" y="1297402"/>
            <a:ext cx="2865924" cy="5451695"/>
          </a:xfrm>
          <a:prstGeom prst="rect">
            <a:avLst/>
          </a:prstGeom>
          <a:solidFill>
            <a:srgbClr val="0078D7"/>
          </a:solidFill>
          <a:ln>
            <a:noFill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0" tIns="62174" rIns="0" bIns="62174" numCol="1" rtlCol="0" anchor="t" anchorCtr="0" compatLnSpc="1">
            <a:prstTxWarp prst="textNoShape">
              <a:avLst/>
            </a:prstTxWarp>
          </a:bodyPr>
          <a:lstStyle/>
          <a:p>
            <a:pPr algn="ctr" defTabSz="1243088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866" dirty="0">
                <a:gradFill>
                  <a:gsLst>
                    <a:gs pos="5439">
                      <a:srgbClr val="F8F8F8"/>
                    </a:gs>
                    <a:gs pos="10000">
                      <a:srgbClr val="F8F8F8"/>
                    </a:gs>
                  </a:gsLst>
                  <a:lin ang="5400000" scaled="0"/>
                </a:gradFill>
                <a:latin typeface="Segoe UI Semilight"/>
              </a:rPr>
              <a:t>DI Container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EBD9791-C764-1BB8-D806-675899D181F7}"/>
              </a:ext>
            </a:extLst>
          </p:cNvPr>
          <p:cNvSpPr txBox="1"/>
          <p:nvPr/>
        </p:nvSpPr>
        <p:spPr>
          <a:xfrm>
            <a:off x="5333791" y="1297402"/>
            <a:ext cx="6739733" cy="5277464"/>
          </a:xfrm>
          <a:prstGeom prst="rect">
            <a:avLst/>
          </a:prstGeom>
          <a:solidFill>
            <a:srgbClr val="FFFFFF"/>
          </a:solidFill>
          <a:ln>
            <a:solidFill>
              <a:schemeClr val="tx1"/>
            </a:solidFill>
          </a:ln>
        </p:spPr>
        <p:txBody>
          <a:bodyPr wrap="square" lIns="243805" tIns="195044" rIns="243805" bIns="195044" rtlCol="0">
            <a:spAutoFit/>
          </a:bodyPr>
          <a:lstStyle/>
          <a:p>
            <a:pPr defTabSz="914367">
              <a:defRPr/>
            </a:pPr>
            <a:r>
              <a:rPr lang="en-US" sz="1866" dirty="0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en-US" sz="1866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66" dirty="0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en-US" sz="1866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66" dirty="0" err="1">
                <a:solidFill>
                  <a:srgbClr val="2B91AF"/>
                </a:solidFill>
                <a:latin typeface="Consolas" panose="020B0609020204030204" pitchFamily="49" charset="0"/>
              </a:rPr>
              <a:t>BlogsController</a:t>
            </a:r>
            <a:r>
              <a:rPr lang="en-US" sz="1866" dirty="0">
                <a:solidFill>
                  <a:srgbClr val="000000"/>
                </a:solidFill>
                <a:latin typeface="Consolas" panose="020B0609020204030204" pitchFamily="49" charset="0"/>
              </a:rPr>
              <a:t> : </a:t>
            </a:r>
            <a:r>
              <a:rPr lang="en-US" sz="1866" dirty="0">
                <a:solidFill>
                  <a:srgbClr val="2B91AF"/>
                </a:solidFill>
                <a:latin typeface="Consolas" panose="020B0609020204030204" pitchFamily="49" charset="0"/>
              </a:rPr>
              <a:t>Controller</a:t>
            </a:r>
            <a:endParaRPr lang="en-US" sz="1866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defTabSz="914367">
              <a:defRPr/>
            </a:pPr>
            <a:r>
              <a:rPr lang="en-US" sz="1866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pPr defTabSz="914367">
              <a:defRPr/>
            </a:pPr>
            <a:r>
              <a:rPr lang="en-US" sz="1866" dirty="0">
                <a:solidFill>
                  <a:srgbClr val="0000FF"/>
                </a:solidFill>
                <a:latin typeface="Consolas" panose="020B0609020204030204" pitchFamily="49" charset="0"/>
              </a:rPr>
              <a:t>    private</a:t>
            </a:r>
            <a:r>
              <a:rPr lang="en-US" sz="1866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66" dirty="0" err="1">
                <a:solidFill>
                  <a:srgbClr val="2B91AF"/>
                </a:solidFill>
                <a:latin typeface="Consolas" panose="020B0609020204030204" pitchFamily="49" charset="0"/>
              </a:rPr>
              <a:t>BlogContext</a:t>
            </a:r>
            <a:r>
              <a:rPr lang="en-US" sz="1866" dirty="0">
                <a:solidFill>
                  <a:srgbClr val="000000"/>
                </a:solidFill>
                <a:latin typeface="Consolas" panose="020B0609020204030204" pitchFamily="49" charset="0"/>
              </a:rPr>
              <a:t> _context;</a:t>
            </a:r>
          </a:p>
          <a:p>
            <a:pPr defTabSz="914367">
              <a:defRPr/>
            </a:pPr>
            <a:endParaRPr lang="en-US" sz="1866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defTabSz="914367">
              <a:defRPr/>
            </a:pPr>
            <a:r>
              <a:rPr lang="en-US" sz="1866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866" dirty="0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en-US" sz="1866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66" dirty="0" err="1">
                <a:solidFill>
                  <a:srgbClr val="000000"/>
                </a:solidFill>
                <a:latin typeface="Consolas" panose="020B0609020204030204" pitchFamily="49" charset="0"/>
              </a:rPr>
              <a:t>BlogsController</a:t>
            </a:r>
            <a:r>
              <a:rPr lang="en-US" sz="1866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866" dirty="0" err="1">
                <a:solidFill>
                  <a:srgbClr val="2B91AF"/>
                </a:solidFill>
                <a:latin typeface="Consolas" panose="020B0609020204030204" pitchFamily="49" charset="0"/>
              </a:rPr>
              <a:t>BlogContext</a:t>
            </a:r>
            <a:r>
              <a:rPr lang="en-US" sz="1866" dirty="0">
                <a:solidFill>
                  <a:srgbClr val="000000"/>
                </a:solidFill>
                <a:latin typeface="Consolas" panose="020B0609020204030204" pitchFamily="49" charset="0"/>
              </a:rPr>
              <a:t> context)</a:t>
            </a:r>
          </a:p>
          <a:p>
            <a:pPr defTabSz="914367">
              <a:defRPr/>
            </a:pPr>
            <a:r>
              <a:rPr lang="en-US" sz="1866" dirty="0">
                <a:solidFill>
                  <a:srgbClr val="000000"/>
                </a:solidFill>
                <a:latin typeface="Consolas" panose="020B0609020204030204" pitchFamily="49" charset="0"/>
              </a:rPr>
              <a:t>    {</a:t>
            </a:r>
          </a:p>
          <a:p>
            <a:pPr defTabSz="914367">
              <a:defRPr/>
            </a:pPr>
            <a:r>
              <a:rPr lang="en-US" sz="1866" dirty="0">
                <a:solidFill>
                  <a:srgbClr val="000000"/>
                </a:solidFill>
                <a:latin typeface="Consolas" panose="020B0609020204030204" pitchFamily="49" charset="0"/>
              </a:rPr>
              <a:t>        _context = context;</a:t>
            </a:r>
          </a:p>
          <a:p>
            <a:pPr defTabSz="914367">
              <a:defRPr/>
            </a:pPr>
            <a:r>
              <a:rPr lang="en-US" sz="1866" dirty="0">
                <a:solidFill>
                  <a:srgbClr val="000000"/>
                </a:solidFill>
                <a:latin typeface="Consolas" panose="020B0609020204030204" pitchFamily="49" charset="0"/>
              </a:rPr>
              <a:t>    }</a:t>
            </a:r>
          </a:p>
          <a:p>
            <a:pPr defTabSz="914367">
              <a:defRPr/>
            </a:pPr>
            <a:br>
              <a:rPr lang="en-US" sz="1866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sz="1866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866" dirty="0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en-US" sz="1866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66" dirty="0" err="1">
                <a:solidFill>
                  <a:srgbClr val="2B91AF"/>
                </a:solidFill>
                <a:latin typeface="Consolas" panose="020B0609020204030204" pitchFamily="49" charset="0"/>
              </a:rPr>
              <a:t>IActionResult</a:t>
            </a:r>
            <a:r>
              <a:rPr lang="en-US" sz="1866" dirty="0">
                <a:solidFill>
                  <a:srgbClr val="000000"/>
                </a:solidFill>
                <a:latin typeface="Consolas" panose="020B0609020204030204" pitchFamily="49" charset="0"/>
              </a:rPr>
              <a:t> Index()</a:t>
            </a:r>
          </a:p>
          <a:p>
            <a:pPr defTabSz="914367">
              <a:defRPr/>
            </a:pPr>
            <a:r>
              <a:rPr lang="en-US" sz="1866" dirty="0">
                <a:solidFill>
                  <a:srgbClr val="000000"/>
                </a:solidFill>
                <a:latin typeface="Consolas" panose="020B0609020204030204" pitchFamily="49" charset="0"/>
              </a:rPr>
              <a:t>    {</a:t>
            </a:r>
          </a:p>
          <a:p>
            <a:pPr defTabSz="914367">
              <a:defRPr/>
            </a:pPr>
            <a:r>
              <a:rPr lang="en-US" sz="1866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sz="1866" dirty="0">
                <a:solidFill>
                  <a:srgbClr val="0000FF"/>
                </a:solidFill>
                <a:latin typeface="Consolas" panose="020B0609020204030204" pitchFamily="49" charset="0"/>
              </a:rPr>
              <a:t>return</a:t>
            </a:r>
            <a:r>
              <a:rPr lang="en-US" sz="1866" dirty="0">
                <a:solidFill>
                  <a:srgbClr val="000000"/>
                </a:solidFill>
                <a:latin typeface="Consolas" panose="020B0609020204030204" pitchFamily="49" charset="0"/>
              </a:rPr>
              <a:t> _</a:t>
            </a:r>
            <a:r>
              <a:rPr lang="en-US" sz="1866" dirty="0" err="1">
                <a:solidFill>
                  <a:srgbClr val="000000"/>
                </a:solidFill>
                <a:latin typeface="Consolas" panose="020B0609020204030204" pitchFamily="49" charset="0"/>
              </a:rPr>
              <a:t>context.Blogs.ToList</a:t>
            </a:r>
            <a:r>
              <a:rPr lang="en-US" sz="1866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</a:p>
          <a:p>
            <a:pPr defTabSz="914367">
              <a:defRPr/>
            </a:pPr>
            <a:r>
              <a:rPr lang="en-US" sz="1866" dirty="0">
                <a:solidFill>
                  <a:srgbClr val="000000"/>
                </a:solidFill>
                <a:latin typeface="Consolas" panose="020B0609020204030204" pitchFamily="49" charset="0"/>
              </a:rPr>
              <a:t>    }</a:t>
            </a:r>
          </a:p>
          <a:p>
            <a:pPr defTabSz="914367">
              <a:defRPr/>
            </a:pPr>
            <a:r>
              <a:rPr lang="en-US" sz="1866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pPr defTabSz="914367">
              <a:defRPr/>
            </a:pPr>
            <a:endParaRPr lang="en-US" sz="1866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defTabSz="914367">
              <a:defRPr/>
            </a:pPr>
            <a:endParaRPr lang="en-US" sz="1866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defTabSz="914367">
              <a:defRPr/>
            </a:pPr>
            <a:endParaRPr lang="en-US" sz="1866" dirty="0">
              <a:gradFill>
                <a:gsLst>
                  <a:gs pos="2917">
                    <a:srgbClr val="505050"/>
                  </a:gs>
                  <a:gs pos="30000">
                    <a:srgbClr val="505050"/>
                  </a:gs>
                </a:gsLst>
                <a:lin ang="5400000" scaled="0"/>
              </a:gradFill>
              <a:latin typeface="Segoe UI Semilight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FC4F108-2BEC-E2FB-95A8-28CC66863F3D}"/>
              </a:ext>
            </a:extLst>
          </p:cNvPr>
          <p:cNvSpPr txBox="1"/>
          <p:nvPr/>
        </p:nvSpPr>
        <p:spPr>
          <a:xfrm>
            <a:off x="2972583" y="1507629"/>
            <a:ext cx="2407014" cy="615478"/>
          </a:xfrm>
          <a:prstGeom prst="rect">
            <a:avLst/>
          </a:prstGeom>
          <a:noFill/>
        </p:spPr>
        <p:txBody>
          <a:bodyPr wrap="none" lIns="243805" tIns="195044" rIns="243805" bIns="195044" rtlCol="0">
            <a:spAutoFit/>
          </a:bodyPr>
          <a:lstStyle/>
          <a:p>
            <a:pPr defTabSz="914367">
              <a:lnSpc>
                <a:spcPct val="90000"/>
              </a:lnSpc>
              <a:spcAft>
                <a:spcPts val="800"/>
              </a:spcAft>
              <a:defRPr/>
            </a:pPr>
            <a:r>
              <a:rPr lang="en-US" sz="1600" dirty="0">
                <a:gradFill>
                  <a:gsLst>
                    <a:gs pos="2917">
                      <a:srgbClr val="505050"/>
                    </a:gs>
                    <a:gs pos="30000">
                      <a:srgbClr val="505050"/>
                    </a:gs>
                  </a:gsLst>
                  <a:lin ang="5400000" scaled="0"/>
                </a:gradFill>
                <a:latin typeface="Segoe UI Semilight"/>
              </a:rPr>
              <a:t>Request: /blogs/index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DF93C23-912A-2724-29FE-2633D699BE04}"/>
              </a:ext>
            </a:extLst>
          </p:cNvPr>
          <p:cNvSpPr/>
          <p:nvPr/>
        </p:nvSpPr>
        <p:spPr bwMode="auto">
          <a:xfrm>
            <a:off x="4488864" y="1980407"/>
            <a:ext cx="626799" cy="1171194"/>
          </a:xfrm>
          <a:prstGeom prst="rect">
            <a:avLst/>
          </a:prstGeom>
          <a:solidFill>
            <a:srgbClr val="505050"/>
          </a:solidFill>
          <a:ln>
            <a:noFill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wrap="square" lIns="0" tIns="62174" rIns="0" bIns="62174" numCol="1" rtlCol="0" anchor="ctr" anchorCtr="0" compatLnSpc="1">
            <a:prstTxWarp prst="textNoShape">
              <a:avLst/>
            </a:prstTxWarp>
          </a:bodyPr>
          <a:lstStyle/>
          <a:p>
            <a:pPr algn="ctr" defTabSz="1243088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866" dirty="0">
                <a:gradFill>
                  <a:gsLst>
                    <a:gs pos="5439">
                      <a:srgbClr val="F8F8F8"/>
                    </a:gs>
                    <a:gs pos="10000">
                      <a:srgbClr val="F8F8F8"/>
                    </a:gs>
                  </a:gsLst>
                  <a:lin ang="5400000" scaled="0"/>
                </a:gradFill>
                <a:latin typeface="Segoe UI Semilight"/>
              </a:rPr>
              <a:t>Blogs</a:t>
            </a:r>
          </a:p>
          <a:p>
            <a:pPr algn="ctr" defTabSz="1243088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866" dirty="0">
                <a:gradFill>
                  <a:gsLst>
                    <a:gs pos="5439">
                      <a:srgbClr val="F8F8F8"/>
                    </a:gs>
                    <a:gs pos="10000">
                      <a:srgbClr val="F8F8F8"/>
                    </a:gs>
                  </a:gsLst>
                  <a:lin ang="5400000" scaled="0"/>
                </a:gradFill>
                <a:latin typeface="Segoe UI Semilight"/>
              </a:rPr>
              <a:t>Controller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160C57A-7B4F-20D0-0D21-3232EC4904D1}"/>
              </a:ext>
            </a:extLst>
          </p:cNvPr>
          <p:cNvCxnSpPr/>
          <p:nvPr/>
        </p:nvCxnSpPr>
        <p:spPr>
          <a:xfrm flipV="1">
            <a:off x="4129217" y="2123095"/>
            <a:ext cx="359649" cy="5068"/>
          </a:xfrm>
          <a:prstGeom prst="straightConnector1">
            <a:avLst/>
          </a:prstGeom>
          <a:ln w="38100">
            <a:solidFill>
              <a:schemeClr val="bg2">
                <a:lumMod val="10000"/>
              </a:schemeClr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22AF634A-5796-29D3-1C0D-69A5C67F2085}"/>
              </a:ext>
            </a:extLst>
          </p:cNvPr>
          <p:cNvGrpSpPr/>
          <p:nvPr/>
        </p:nvGrpSpPr>
        <p:grpSpPr>
          <a:xfrm>
            <a:off x="1925521" y="1922152"/>
            <a:ext cx="3245461" cy="1336238"/>
            <a:chOff x="1461284" y="1360511"/>
            <a:chExt cx="2434441" cy="1002320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298A0870-FD1B-AAE0-BB47-47B6DBC8B578}"/>
                </a:ext>
              </a:extLst>
            </p:cNvPr>
            <p:cNvSpPr txBox="1"/>
            <p:nvPr/>
          </p:nvSpPr>
          <p:spPr>
            <a:xfrm>
              <a:off x="1461284" y="1460516"/>
              <a:ext cx="563162" cy="769219"/>
            </a:xfrm>
            <a:prstGeom prst="rect">
              <a:avLst/>
            </a:prstGeom>
            <a:noFill/>
          </p:spPr>
          <p:txBody>
            <a:bodyPr vert="vert270" wrap="none" lIns="243805" tIns="195044" rIns="243805" bIns="195044" rtlCol="0">
              <a:spAutoFit/>
            </a:bodyPr>
            <a:lstStyle/>
            <a:p>
              <a:pPr defTabSz="914367">
                <a:lnSpc>
                  <a:spcPct val="90000"/>
                </a:lnSpc>
                <a:spcAft>
                  <a:spcPts val="800"/>
                </a:spcAft>
                <a:defRPr/>
              </a:pPr>
              <a:r>
                <a:rPr lang="en-US" sz="1866" dirty="0">
                  <a:solidFill>
                    <a:srgbClr val="FFFFFF"/>
                  </a:solidFill>
                  <a:latin typeface="Segoe UI Semilight"/>
                </a:rPr>
                <a:t>Scope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76BB295A-6588-2C41-E659-FD43C7047083}"/>
                </a:ext>
              </a:extLst>
            </p:cNvPr>
            <p:cNvSpPr/>
            <p:nvPr/>
          </p:nvSpPr>
          <p:spPr bwMode="auto">
            <a:xfrm>
              <a:off x="1607143" y="1360511"/>
              <a:ext cx="2288582" cy="1002320"/>
            </a:xfrm>
            <a:prstGeom prst="rect">
              <a:avLst/>
            </a:prstGeom>
            <a:noFill/>
            <a:ln>
              <a:solidFill>
                <a:schemeClr val="accent3"/>
              </a:solidFill>
              <a:prstDash val="sysDash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0" tIns="62174" rIns="0" bIns="62174" numCol="1" rtlCol="0" anchor="ctr" anchorCtr="0" compatLnSpc="1">
              <a:prstTxWarp prst="textNoShape">
                <a:avLst/>
              </a:prstTxWarp>
            </a:bodyPr>
            <a:lstStyle/>
            <a:p>
              <a:pPr algn="ctr" defTabSz="1243088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866" dirty="0">
                <a:gradFill>
                  <a:gsLst>
                    <a:gs pos="5439">
                      <a:srgbClr val="F8F8F8"/>
                    </a:gs>
                    <a:gs pos="10000">
                      <a:srgbClr val="F8F8F8"/>
                    </a:gs>
                  </a:gsLst>
                  <a:lin ang="5400000" scaled="0"/>
                </a:gradFill>
                <a:latin typeface="Segoe UI Semilight"/>
              </a:endParaRPr>
            </a:p>
          </p:txBody>
        </p:sp>
      </p:grp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F6356E7-D075-72FF-5177-3689ED8173B9}"/>
              </a:ext>
            </a:extLst>
          </p:cNvPr>
          <p:cNvCxnSpPr/>
          <p:nvPr/>
        </p:nvCxnSpPr>
        <p:spPr>
          <a:xfrm flipV="1">
            <a:off x="4090139" y="5496294"/>
            <a:ext cx="359649" cy="5068"/>
          </a:xfrm>
          <a:prstGeom prst="straightConnector1">
            <a:avLst/>
          </a:prstGeom>
          <a:ln w="38100">
            <a:solidFill>
              <a:srgbClr val="1D1B0E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15E315D-A913-18FC-D5C1-50795E8FE682}"/>
              </a:ext>
            </a:extLst>
          </p:cNvPr>
          <p:cNvGrpSpPr/>
          <p:nvPr/>
        </p:nvGrpSpPr>
        <p:grpSpPr>
          <a:xfrm>
            <a:off x="1912353" y="3194228"/>
            <a:ext cx="3454077" cy="1750760"/>
            <a:chOff x="1451407" y="2314704"/>
            <a:chExt cx="2590925" cy="1313256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8118214-E733-6538-0617-C27F5C499E07}"/>
                </a:ext>
              </a:extLst>
            </p:cNvPr>
            <p:cNvSpPr txBox="1"/>
            <p:nvPr/>
          </p:nvSpPr>
          <p:spPr>
            <a:xfrm>
              <a:off x="1451407" y="2725644"/>
              <a:ext cx="563162" cy="769220"/>
            </a:xfrm>
            <a:prstGeom prst="rect">
              <a:avLst/>
            </a:prstGeom>
            <a:noFill/>
          </p:spPr>
          <p:txBody>
            <a:bodyPr vert="vert270" wrap="none" lIns="243805" tIns="195044" rIns="243805" bIns="195044" rtlCol="0">
              <a:spAutoFit/>
            </a:bodyPr>
            <a:lstStyle/>
            <a:p>
              <a:pPr defTabSz="914367">
                <a:lnSpc>
                  <a:spcPct val="90000"/>
                </a:lnSpc>
                <a:spcAft>
                  <a:spcPts val="800"/>
                </a:spcAft>
                <a:defRPr/>
              </a:pPr>
              <a:r>
                <a:rPr lang="en-US" sz="1866" dirty="0">
                  <a:solidFill>
                    <a:srgbClr val="FFFFFF"/>
                  </a:solidFill>
                  <a:latin typeface="Segoe UI Semilight"/>
                </a:rPr>
                <a:t>Scope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09EFA0DD-A0EA-A610-F7E1-8FF4CCA4D822}"/>
                </a:ext>
              </a:extLst>
            </p:cNvPr>
            <p:cNvSpPr/>
            <p:nvPr/>
          </p:nvSpPr>
          <p:spPr bwMode="auto">
            <a:xfrm>
              <a:off x="3374188" y="2669337"/>
              <a:ext cx="470166" cy="878520"/>
            </a:xfrm>
            <a:prstGeom prst="rect">
              <a:avLst/>
            </a:prstGeom>
            <a:solidFill>
              <a:srgbClr val="505050"/>
            </a:solidFill>
            <a:ln>
              <a:noFill/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wrap="square" lIns="0" tIns="62174" rIns="0" bIns="62174" numCol="1" rtlCol="0" anchor="ctr" anchorCtr="0" compatLnSpc="1">
              <a:prstTxWarp prst="textNoShape">
                <a:avLst/>
              </a:prstTxWarp>
            </a:bodyPr>
            <a:lstStyle/>
            <a:p>
              <a:pPr algn="ctr" defTabSz="1243088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en-US" sz="1866" dirty="0">
                  <a:gradFill>
                    <a:gsLst>
                      <a:gs pos="5439">
                        <a:srgbClr val="F8F8F8"/>
                      </a:gs>
                      <a:gs pos="10000">
                        <a:srgbClr val="F8F8F8"/>
                      </a:gs>
                    </a:gsLst>
                    <a:lin ang="5400000" scaled="0"/>
                  </a:gradFill>
                  <a:latin typeface="Segoe UI Semilight"/>
                </a:rPr>
                <a:t>Blogs</a:t>
              </a:r>
            </a:p>
            <a:p>
              <a:pPr algn="ctr" defTabSz="1243088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en-US" sz="1866" dirty="0">
                  <a:gradFill>
                    <a:gsLst>
                      <a:gs pos="5439">
                        <a:srgbClr val="F8F8F8"/>
                      </a:gs>
                      <a:gs pos="10000">
                        <a:srgbClr val="F8F8F8"/>
                      </a:gs>
                    </a:gsLst>
                    <a:lin ang="5400000" scaled="0"/>
                  </a:gradFill>
                  <a:latin typeface="Segoe UI Semilight"/>
                </a:rPr>
                <a:t>Controller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0D2D25E6-DABC-F807-3CD9-DAEE132CBC44}"/>
                </a:ext>
              </a:extLst>
            </p:cNvPr>
            <p:cNvSpPr/>
            <p:nvPr/>
          </p:nvSpPr>
          <p:spPr bwMode="auto">
            <a:xfrm>
              <a:off x="1597266" y="2625640"/>
              <a:ext cx="2288582" cy="1002320"/>
            </a:xfrm>
            <a:prstGeom prst="rect">
              <a:avLst/>
            </a:prstGeom>
            <a:noFill/>
            <a:ln>
              <a:solidFill>
                <a:schemeClr val="accent3"/>
              </a:solidFill>
              <a:prstDash val="sysDash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0" tIns="62174" rIns="0" bIns="62174" numCol="1" rtlCol="0" anchor="ctr" anchorCtr="0" compatLnSpc="1">
              <a:prstTxWarp prst="textNoShape">
                <a:avLst/>
              </a:prstTxWarp>
            </a:bodyPr>
            <a:lstStyle/>
            <a:p>
              <a:pPr algn="ctr" defTabSz="1243088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866" dirty="0">
                <a:gradFill>
                  <a:gsLst>
                    <a:gs pos="5439">
                      <a:srgbClr val="F8F8F8"/>
                    </a:gs>
                    <a:gs pos="10000">
                      <a:srgbClr val="F8F8F8"/>
                    </a:gs>
                  </a:gsLst>
                  <a:lin ang="5400000" scaled="0"/>
                </a:gradFill>
                <a:latin typeface="Segoe UI Semilight"/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79C8BEC7-F73B-19BD-4EA5-B3C93069D252}"/>
                </a:ext>
              </a:extLst>
            </p:cNvPr>
            <p:cNvSpPr txBox="1"/>
            <p:nvPr/>
          </p:nvSpPr>
          <p:spPr>
            <a:xfrm>
              <a:off x="2236815" y="2314704"/>
              <a:ext cx="1805517" cy="461674"/>
            </a:xfrm>
            <a:prstGeom prst="rect">
              <a:avLst/>
            </a:prstGeom>
            <a:noFill/>
          </p:spPr>
          <p:txBody>
            <a:bodyPr wrap="none" lIns="243805" tIns="195044" rIns="243805" bIns="195044" rtlCol="0">
              <a:spAutoFit/>
            </a:bodyPr>
            <a:lstStyle/>
            <a:p>
              <a:pPr defTabSz="914367">
                <a:lnSpc>
                  <a:spcPct val="90000"/>
                </a:lnSpc>
                <a:spcAft>
                  <a:spcPts val="800"/>
                </a:spcAft>
                <a:defRPr/>
              </a:pPr>
              <a:r>
                <a:rPr lang="en-US" sz="1600" dirty="0">
                  <a:gradFill>
                    <a:gsLst>
                      <a:gs pos="2917">
                        <a:srgbClr val="505050"/>
                      </a:gs>
                      <a:gs pos="30000">
                        <a:srgbClr val="505050"/>
                      </a:gs>
                    </a:gsLst>
                    <a:lin ang="5400000" scaled="0"/>
                  </a:gradFill>
                  <a:latin typeface="Segoe UI Semilight"/>
                </a:rPr>
                <a:t>Request: /blogs/index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5C926F3C-EACE-D779-5149-58E2942328FD}"/>
              </a:ext>
            </a:extLst>
          </p:cNvPr>
          <p:cNvGrpSpPr/>
          <p:nvPr/>
        </p:nvGrpSpPr>
        <p:grpSpPr>
          <a:xfrm>
            <a:off x="1886443" y="4880827"/>
            <a:ext cx="3454077" cy="1750760"/>
            <a:chOff x="1431972" y="3579833"/>
            <a:chExt cx="2590925" cy="1313256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91556453-210A-F378-FA83-3F561C476F7C}"/>
                </a:ext>
              </a:extLst>
            </p:cNvPr>
            <p:cNvSpPr txBox="1"/>
            <p:nvPr/>
          </p:nvSpPr>
          <p:spPr>
            <a:xfrm>
              <a:off x="1431972" y="3990773"/>
              <a:ext cx="563162" cy="769220"/>
            </a:xfrm>
            <a:prstGeom prst="rect">
              <a:avLst/>
            </a:prstGeom>
            <a:noFill/>
          </p:spPr>
          <p:txBody>
            <a:bodyPr vert="vert270" wrap="none" lIns="243805" tIns="195044" rIns="243805" bIns="195044" rtlCol="0">
              <a:spAutoFit/>
            </a:bodyPr>
            <a:lstStyle/>
            <a:p>
              <a:pPr defTabSz="914367">
                <a:lnSpc>
                  <a:spcPct val="90000"/>
                </a:lnSpc>
                <a:spcAft>
                  <a:spcPts val="800"/>
                </a:spcAft>
                <a:defRPr/>
              </a:pPr>
              <a:r>
                <a:rPr lang="en-US" sz="1866" dirty="0">
                  <a:solidFill>
                    <a:srgbClr val="FFFFFF"/>
                  </a:solidFill>
                  <a:latin typeface="Segoe UI Semilight"/>
                </a:rPr>
                <a:t>Scope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8043A2FD-7B65-9ABB-22DF-B9CC90BDFEF9}"/>
                </a:ext>
              </a:extLst>
            </p:cNvPr>
            <p:cNvSpPr/>
            <p:nvPr/>
          </p:nvSpPr>
          <p:spPr bwMode="auto">
            <a:xfrm>
              <a:off x="3354753" y="3934466"/>
              <a:ext cx="470166" cy="878520"/>
            </a:xfrm>
            <a:prstGeom prst="rect">
              <a:avLst/>
            </a:prstGeom>
            <a:solidFill>
              <a:srgbClr val="505050"/>
            </a:solidFill>
            <a:ln>
              <a:noFill/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wrap="square" lIns="0" tIns="62174" rIns="0" bIns="62174" numCol="1" rtlCol="0" anchor="ctr" anchorCtr="0" compatLnSpc="1">
              <a:prstTxWarp prst="textNoShape">
                <a:avLst/>
              </a:prstTxWarp>
            </a:bodyPr>
            <a:lstStyle/>
            <a:p>
              <a:pPr algn="ctr" defTabSz="1243088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en-US" sz="1866" dirty="0">
                  <a:gradFill>
                    <a:gsLst>
                      <a:gs pos="5439">
                        <a:srgbClr val="F8F8F8"/>
                      </a:gs>
                      <a:gs pos="10000">
                        <a:srgbClr val="F8F8F8"/>
                      </a:gs>
                    </a:gsLst>
                    <a:lin ang="5400000" scaled="0"/>
                  </a:gradFill>
                  <a:latin typeface="Segoe UI Semilight"/>
                </a:rPr>
                <a:t>Blogs</a:t>
              </a:r>
            </a:p>
            <a:p>
              <a:pPr algn="ctr" defTabSz="1243088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en-US" sz="1866" dirty="0">
                  <a:gradFill>
                    <a:gsLst>
                      <a:gs pos="5439">
                        <a:srgbClr val="F8F8F8"/>
                      </a:gs>
                      <a:gs pos="10000">
                        <a:srgbClr val="F8F8F8"/>
                      </a:gs>
                    </a:gsLst>
                    <a:lin ang="5400000" scaled="0"/>
                  </a:gradFill>
                  <a:latin typeface="Segoe UI Semilight"/>
                </a:rPr>
                <a:t>Controller</a:t>
              </a: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6A9D10AE-2113-29FE-C205-9411C6E8A2A5}"/>
                </a:ext>
              </a:extLst>
            </p:cNvPr>
            <p:cNvSpPr/>
            <p:nvPr/>
          </p:nvSpPr>
          <p:spPr bwMode="auto">
            <a:xfrm>
              <a:off x="1577831" y="3890769"/>
              <a:ext cx="2288582" cy="1002320"/>
            </a:xfrm>
            <a:prstGeom prst="rect">
              <a:avLst/>
            </a:prstGeom>
            <a:noFill/>
            <a:ln>
              <a:solidFill>
                <a:schemeClr val="accent3"/>
              </a:solidFill>
              <a:prstDash val="sysDash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0" tIns="62174" rIns="0" bIns="62174" numCol="1" rtlCol="0" anchor="ctr" anchorCtr="0" compatLnSpc="1">
              <a:prstTxWarp prst="textNoShape">
                <a:avLst/>
              </a:prstTxWarp>
            </a:bodyPr>
            <a:lstStyle/>
            <a:p>
              <a:pPr algn="ctr" defTabSz="1243088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866" dirty="0">
                <a:gradFill>
                  <a:gsLst>
                    <a:gs pos="5439">
                      <a:srgbClr val="F8F8F8"/>
                    </a:gs>
                    <a:gs pos="10000">
                      <a:srgbClr val="F8F8F8"/>
                    </a:gs>
                  </a:gsLst>
                  <a:lin ang="5400000" scaled="0"/>
                </a:gradFill>
                <a:latin typeface="Segoe UI Semilight"/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FDB35C08-C6CC-5666-728F-1E114DEEA922}"/>
                </a:ext>
              </a:extLst>
            </p:cNvPr>
            <p:cNvSpPr txBox="1"/>
            <p:nvPr/>
          </p:nvSpPr>
          <p:spPr>
            <a:xfrm>
              <a:off x="2217380" y="3579833"/>
              <a:ext cx="1805517" cy="461674"/>
            </a:xfrm>
            <a:prstGeom prst="rect">
              <a:avLst/>
            </a:prstGeom>
            <a:noFill/>
          </p:spPr>
          <p:txBody>
            <a:bodyPr wrap="none" lIns="243805" tIns="195044" rIns="243805" bIns="195044" rtlCol="0">
              <a:spAutoFit/>
            </a:bodyPr>
            <a:lstStyle/>
            <a:p>
              <a:pPr defTabSz="914367">
                <a:lnSpc>
                  <a:spcPct val="90000"/>
                </a:lnSpc>
                <a:spcAft>
                  <a:spcPts val="800"/>
                </a:spcAft>
                <a:defRPr/>
              </a:pPr>
              <a:r>
                <a:rPr lang="en-US" sz="1600" dirty="0">
                  <a:gradFill>
                    <a:gsLst>
                      <a:gs pos="2917">
                        <a:srgbClr val="505050"/>
                      </a:gs>
                      <a:gs pos="30000">
                        <a:srgbClr val="505050"/>
                      </a:gs>
                    </a:gsLst>
                    <a:lin ang="5400000" scaled="0"/>
                  </a:gradFill>
                  <a:latin typeface="Segoe UI Semilight"/>
                </a:rPr>
                <a:t>Request: /blogs/index</a:t>
              </a:r>
            </a:p>
          </p:txBody>
        </p:sp>
      </p:grp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AE26372D-A853-8385-32AA-D391EA60619D}"/>
              </a:ext>
            </a:extLst>
          </p:cNvPr>
          <p:cNvCxnSpPr/>
          <p:nvPr/>
        </p:nvCxnSpPr>
        <p:spPr>
          <a:xfrm flipV="1">
            <a:off x="4116049" y="3809695"/>
            <a:ext cx="359649" cy="5068"/>
          </a:xfrm>
          <a:prstGeom prst="straightConnector1">
            <a:avLst/>
          </a:prstGeom>
          <a:ln w="38100">
            <a:solidFill>
              <a:srgbClr val="1D1B0E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CEF42877-6059-DCDE-8459-F7AD157A6E96}"/>
              </a:ext>
            </a:extLst>
          </p:cNvPr>
          <p:cNvSpPr txBox="1"/>
          <p:nvPr/>
        </p:nvSpPr>
        <p:spPr>
          <a:xfrm>
            <a:off x="935881" y="1826905"/>
            <a:ext cx="750776" cy="1025481"/>
          </a:xfrm>
          <a:prstGeom prst="rect">
            <a:avLst/>
          </a:prstGeom>
          <a:noFill/>
        </p:spPr>
        <p:txBody>
          <a:bodyPr vert="vert270" wrap="none" lIns="243805" tIns="195044" rIns="243805" bIns="195044" rtlCol="0">
            <a:spAutoFit/>
          </a:bodyPr>
          <a:lstStyle/>
          <a:p>
            <a:pPr defTabSz="914367">
              <a:lnSpc>
                <a:spcPct val="90000"/>
              </a:lnSpc>
              <a:spcAft>
                <a:spcPts val="800"/>
              </a:spcAft>
              <a:defRPr/>
            </a:pPr>
            <a:r>
              <a:rPr lang="en-US" sz="1866" dirty="0">
                <a:solidFill>
                  <a:srgbClr val="FFFFFF"/>
                </a:solidFill>
                <a:latin typeface="Segoe UI Semilight"/>
              </a:rPr>
              <a:t>Scope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9D52D89-0A4F-AFC7-7C39-8A72FFCF3C07}"/>
              </a:ext>
            </a:extLst>
          </p:cNvPr>
          <p:cNvSpPr/>
          <p:nvPr/>
        </p:nvSpPr>
        <p:spPr bwMode="auto">
          <a:xfrm>
            <a:off x="319360" y="1751839"/>
            <a:ext cx="1725261" cy="2223178"/>
          </a:xfrm>
          <a:prstGeom prst="rect">
            <a:avLst/>
          </a:prstGeom>
          <a:solidFill>
            <a:srgbClr val="002050"/>
          </a:solidFill>
          <a:ln>
            <a:noFill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0" tIns="62174" rIns="0" bIns="62174" numCol="1" rtlCol="0" anchor="t" anchorCtr="0" compatLnSpc="1">
            <a:prstTxWarp prst="textNoShape">
              <a:avLst/>
            </a:prstTxWarp>
          </a:bodyPr>
          <a:lstStyle/>
          <a:p>
            <a:pPr algn="ctr" defTabSz="1243088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866" dirty="0">
                <a:gradFill>
                  <a:gsLst>
                    <a:gs pos="5439">
                      <a:srgbClr val="F8F8F8"/>
                    </a:gs>
                    <a:gs pos="10000">
                      <a:srgbClr val="F8F8F8"/>
                    </a:gs>
                  </a:gsLst>
                  <a:lin ang="5400000" scaled="0"/>
                </a:gradFill>
                <a:latin typeface="Segoe UI Semilight"/>
              </a:rPr>
              <a:t>Context Pool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25F786F-0A06-3015-6203-F45E4F3EC95C}"/>
              </a:ext>
            </a:extLst>
          </p:cNvPr>
          <p:cNvSpPr/>
          <p:nvPr/>
        </p:nvSpPr>
        <p:spPr bwMode="auto">
          <a:xfrm>
            <a:off x="434067" y="2104059"/>
            <a:ext cx="1509525" cy="318931"/>
          </a:xfrm>
          <a:prstGeom prst="rect">
            <a:avLst/>
          </a:prstGeom>
          <a:solidFill>
            <a:srgbClr val="D83B01"/>
          </a:solidFill>
          <a:ln>
            <a:noFill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0" tIns="62174" rIns="0" bIns="62174" numCol="1" rtlCol="0" anchor="ctr" anchorCtr="0" compatLnSpc="1">
            <a:prstTxWarp prst="textNoShape">
              <a:avLst/>
            </a:prstTxWarp>
          </a:bodyPr>
          <a:lstStyle/>
          <a:p>
            <a:pPr algn="ctr" defTabSz="1243088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866" dirty="0" err="1">
                <a:gradFill>
                  <a:gsLst>
                    <a:gs pos="5439">
                      <a:srgbClr val="F8F8F8"/>
                    </a:gs>
                    <a:gs pos="10000">
                      <a:srgbClr val="F8F8F8"/>
                    </a:gs>
                  </a:gsLst>
                  <a:lin ang="5400000" scaled="0"/>
                </a:gradFill>
                <a:latin typeface="Segoe UI Semilight"/>
              </a:rPr>
              <a:t>BlogContext</a:t>
            </a:r>
            <a:endParaRPr lang="en-US" sz="1866" dirty="0">
              <a:gradFill>
                <a:gsLst>
                  <a:gs pos="5439">
                    <a:srgbClr val="F8F8F8"/>
                  </a:gs>
                  <a:gs pos="10000">
                    <a:srgbClr val="F8F8F8"/>
                  </a:gs>
                </a:gsLst>
                <a:lin ang="5400000" scaled="0"/>
              </a:gradFill>
              <a:latin typeface="Segoe UI Semilight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1B47F10-B04D-66D3-B31B-43FB6566A455}"/>
              </a:ext>
            </a:extLst>
          </p:cNvPr>
          <p:cNvSpPr/>
          <p:nvPr/>
        </p:nvSpPr>
        <p:spPr bwMode="auto">
          <a:xfrm>
            <a:off x="434067" y="2465088"/>
            <a:ext cx="1509525" cy="318931"/>
          </a:xfrm>
          <a:prstGeom prst="rect">
            <a:avLst/>
          </a:prstGeom>
          <a:solidFill>
            <a:srgbClr val="D83B01"/>
          </a:solidFill>
          <a:ln>
            <a:noFill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0" tIns="62174" rIns="0" bIns="62174" numCol="1" rtlCol="0" anchor="ctr" anchorCtr="0" compatLnSpc="1">
            <a:prstTxWarp prst="textNoShape">
              <a:avLst/>
            </a:prstTxWarp>
          </a:bodyPr>
          <a:lstStyle/>
          <a:p>
            <a:pPr algn="ctr" defTabSz="1243088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866" dirty="0" err="1">
                <a:gradFill>
                  <a:gsLst>
                    <a:gs pos="5439">
                      <a:srgbClr val="F8F8F8"/>
                    </a:gs>
                    <a:gs pos="10000">
                      <a:srgbClr val="F8F8F8"/>
                    </a:gs>
                  </a:gsLst>
                  <a:lin ang="5400000" scaled="0"/>
                </a:gradFill>
                <a:latin typeface="Segoe UI Semilight"/>
              </a:rPr>
              <a:t>BlogContext</a:t>
            </a:r>
            <a:endParaRPr lang="en-US" sz="1866" dirty="0">
              <a:gradFill>
                <a:gsLst>
                  <a:gs pos="5439">
                    <a:srgbClr val="F8F8F8"/>
                  </a:gs>
                  <a:gs pos="10000">
                    <a:srgbClr val="F8F8F8"/>
                  </a:gs>
                </a:gsLst>
                <a:lin ang="5400000" scaled="0"/>
              </a:gradFill>
              <a:latin typeface="Segoe UI Semilight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B2DD9F4-305B-9E4A-1CF7-2BB2C133286F}"/>
              </a:ext>
            </a:extLst>
          </p:cNvPr>
          <p:cNvSpPr/>
          <p:nvPr/>
        </p:nvSpPr>
        <p:spPr bwMode="auto">
          <a:xfrm>
            <a:off x="429033" y="2826117"/>
            <a:ext cx="1509525" cy="318931"/>
          </a:xfrm>
          <a:prstGeom prst="rect">
            <a:avLst/>
          </a:prstGeom>
          <a:solidFill>
            <a:srgbClr val="D83B01"/>
          </a:solidFill>
          <a:ln>
            <a:noFill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0" tIns="62174" rIns="0" bIns="62174" numCol="1" rtlCol="0" anchor="ctr" anchorCtr="0" compatLnSpc="1">
            <a:prstTxWarp prst="textNoShape">
              <a:avLst/>
            </a:prstTxWarp>
          </a:bodyPr>
          <a:lstStyle/>
          <a:p>
            <a:pPr algn="ctr" defTabSz="1243088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866" dirty="0" err="1">
                <a:gradFill>
                  <a:gsLst>
                    <a:gs pos="5439">
                      <a:srgbClr val="F8F8F8"/>
                    </a:gs>
                    <a:gs pos="10000">
                      <a:srgbClr val="F8F8F8"/>
                    </a:gs>
                  </a:gsLst>
                  <a:lin ang="5400000" scaled="0"/>
                </a:gradFill>
                <a:latin typeface="Segoe UI Semilight"/>
              </a:rPr>
              <a:t>BlogContext</a:t>
            </a:r>
            <a:endParaRPr lang="en-US" sz="1866" dirty="0">
              <a:gradFill>
                <a:gsLst>
                  <a:gs pos="5439">
                    <a:srgbClr val="F8F8F8"/>
                  </a:gs>
                  <a:gs pos="10000">
                    <a:srgbClr val="F8F8F8"/>
                  </a:gs>
                </a:gsLst>
                <a:lin ang="5400000" scaled="0"/>
              </a:gradFill>
              <a:latin typeface="Segoe UI Semilight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456D15F-C3ED-4C04-166A-B6DEF33F5C47}"/>
              </a:ext>
            </a:extLst>
          </p:cNvPr>
          <p:cNvSpPr/>
          <p:nvPr/>
        </p:nvSpPr>
        <p:spPr bwMode="auto">
          <a:xfrm>
            <a:off x="429033" y="3187145"/>
            <a:ext cx="1509525" cy="318931"/>
          </a:xfrm>
          <a:prstGeom prst="rect">
            <a:avLst/>
          </a:prstGeom>
          <a:solidFill>
            <a:srgbClr val="D83B01"/>
          </a:solidFill>
          <a:ln>
            <a:noFill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0" tIns="62174" rIns="0" bIns="62174" numCol="1" rtlCol="0" anchor="ctr" anchorCtr="0" compatLnSpc="1">
            <a:prstTxWarp prst="textNoShape">
              <a:avLst/>
            </a:prstTxWarp>
          </a:bodyPr>
          <a:lstStyle/>
          <a:p>
            <a:pPr algn="ctr" defTabSz="1243088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866" dirty="0" err="1">
                <a:gradFill>
                  <a:gsLst>
                    <a:gs pos="5439">
                      <a:srgbClr val="F8F8F8"/>
                    </a:gs>
                    <a:gs pos="10000">
                      <a:srgbClr val="F8F8F8"/>
                    </a:gs>
                  </a:gsLst>
                  <a:lin ang="5400000" scaled="0"/>
                </a:gradFill>
                <a:latin typeface="Segoe UI Semilight"/>
              </a:rPr>
              <a:t>BlogContext</a:t>
            </a:r>
            <a:endParaRPr lang="en-US" sz="1866" dirty="0">
              <a:gradFill>
                <a:gsLst>
                  <a:gs pos="5439">
                    <a:srgbClr val="F8F8F8"/>
                  </a:gs>
                  <a:gs pos="10000">
                    <a:srgbClr val="F8F8F8"/>
                  </a:gs>
                </a:gsLst>
                <a:lin ang="5400000" scaled="0"/>
              </a:gradFill>
              <a:latin typeface="Segoe UI Semilight"/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5E91EC9-15D6-AC07-C29D-1C0903ABD65A}"/>
              </a:ext>
            </a:extLst>
          </p:cNvPr>
          <p:cNvSpPr/>
          <p:nvPr/>
        </p:nvSpPr>
        <p:spPr bwMode="auto">
          <a:xfrm>
            <a:off x="429033" y="3548176"/>
            <a:ext cx="1509525" cy="318931"/>
          </a:xfrm>
          <a:prstGeom prst="rect">
            <a:avLst/>
          </a:prstGeom>
          <a:solidFill>
            <a:srgbClr val="D83B01"/>
          </a:solidFill>
          <a:ln>
            <a:noFill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0" tIns="62174" rIns="0" bIns="62174" numCol="1" rtlCol="0" anchor="ctr" anchorCtr="0" compatLnSpc="1">
            <a:prstTxWarp prst="textNoShape">
              <a:avLst/>
            </a:prstTxWarp>
          </a:bodyPr>
          <a:lstStyle/>
          <a:p>
            <a:pPr algn="ctr" defTabSz="1243088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866" dirty="0" err="1">
                <a:gradFill>
                  <a:gsLst>
                    <a:gs pos="5439">
                      <a:srgbClr val="F8F8F8"/>
                    </a:gs>
                    <a:gs pos="10000">
                      <a:srgbClr val="F8F8F8"/>
                    </a:gs>
                  </a:gsLst>
                  <a:lin ang="5400000" scaled="0"/>
                </a:gradFill>
                <a:latin typeface="Segoe UI Semilight"/>
              </a:rPr>
              <a:t>BlogContext</a:t>
            </a:r>
            <a:endParaRPr lang="en-US" sz="1866" dirty="0">
              <a:gradFill>
                <a:gsLst>
                  <a:gs pos="5439">
                    <a:srgbClr val="F8F8F8"/>
                  </a:gs>
                  <a:gs pos="10000">
                    <a:srgbClr val="F8F8F8"/>
                  </a:gs>
                </a:gsLst>
                <a:lin ang="5400000" scaled="0"/>
              </a:gradFill>
              <a:latin typeface="Segoe UI Semilight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693A4755-489A-974C-3E58-316AD2F08205}"/>
              </a:ext>
            </a:extLst>
          </p:cNvPr>
          <p:cNvSpPr/>
          <p:nvPr/>
        </p:nvSpPr>
        <p:spPr bwMode="auto">
          <a:xfrm>
            <a:off x="2634903" y="1963629"/>
            <a:ext cx="1509525" cy="318931"/>
          </a:xfrm>
          <a:prstGeom prst="rect">
            <a:avLst/>
          </a:prstGeom>
          <a:solidFill>
            <a:srgbClr val="D83B01"/>
          </a:solidFill>
          <a:ln>
            <a:noFill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0" tIns="62174" rIns="0" bIns="62174" numCol="1" rtlCol="0" anchor="ctr" anchorCtr="0" compatLnSpc="1">
            <a:prstTxWarp prst="textNoShape">
              <a:avLst/>
            </a:prstTxWarp>
          </a:bodyPr>
          <a:lstStyle/>
          <a:p>
            <a:pPr algn="ctr" defTabSz="1243088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866" dirty="0" err="1">
                <a:gradFill>
                  <a:gsLst>
                    <a:gs pos="5439">
                      <a:srgbClr val="F8F8F8"/>
                    </a:gs>
                    <a:gs pos="10000">
                      <a:srgbClr val="F8F8F8"/>
                    </a:gs>
                  </a:gsLst>
                  <a:lin ang="5400000" scaled="0"/>
                </a:gradFill>
                <a:latin typeface="Segoe UI Semilight"/>
              </a:rPr>
              <a:t>BlogContext</a:t>
            </a:r>
            <a:endParaRPr lang="en-US" sz="1866" dirty="0">
              <a:gradFill>
                <a:gsLst>
                  <a:gs pos="5439">
                    <a:srgbClr val="F8F8F8"/>
                  </a:gs>
                  <a:gs pos="10000">
                    <a:srgbClr val="F8F8F8"/>
                  </a:gs>
                </a:gsLst>
                <a:lin ang="5400000" scaled="0"/>
              </a:gradFill>
              <a:latin typeface="Segoe UI Semilight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774ADB9-72AE-8F0F-0918-F5444E95884F}"/>
              </a:ext>
            </a:extLst>
          </p:cNvPr>
          <p:cNvSpPr/>
          <p:nvPr/>
        </p:nvSpPr>
        <p:spPr bwMode="auto">
          <a:xfrm>
            <a:off x="2608994" y="3661243"/>
            <a:ext cx="1509525" cy="318931"/>
          </a:xfrm>
          <a:prstGeom prst="rect">
            <a:avLst/>
          </a:prstGeom>
          <a:solidFill>
            <a:srgbClr val="D83B01"/>
          </a:solidFill>
          <a:ln>
            <a:noFill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0" tIns="62174" rIns="0" bIns="62174" numCol="1" rtlCol="0" anchor="ctr" anchorCtr="0" compatLnSpc="1">
            <a:prstTxWarp prst="textNoShape">
              <a:avLst/>
            </a:prstTxWarp>
          </a:bodyPr>
          <a:lstStyle/>
          <a:p>
            <a:pPr algn="ctr" defTabSz="1243088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866" dirty="0" err="1">
                <a:gradFill>
                  <a:gsLst>
                    <a:gs pos="5439">
                      <a:srgbClr val="F8F8F8"/>
                    </a:gs>
                    <a:gs pos="10000">
                      <a:srgbClr val="F8F8F8"/>
                    </a:gs>
                  </a:gsLst>
                  <a:lin ang="5400000" scaled="0"/>
                </a:gradFill>
                <a:latin typeface="Segoe UI Semilight"/>
              </a:rPr>
              <a:t>BlogContext</a:t>
            </a:r>
            <a:endParaRPr lang="en-US" sz="1866" dirty="0">
              <a:gradFill>
                <a:gsLst>
                  <a:gs pos="5439">
                    <a:srgbClr val="F8F8F8"/>
                  </a:gs>
                  <a:gs pos="10000">
                    <a:srgbClr val="F8F8F8"/>
                  </a:gs>
                </a:gsLst>
                <a:lin ang="5400000" scaled="0"/>
              </a:gradFill>
              <a:latin typeface="Segoe UI Semilight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DA79A8D-50E1-6CEB-064C-D884E6F58B12}"/>
              </a:ext>
            </a:extLst>
          </p:cNvPr>
          <p:cNvSpPr/>
          <p:nvPr/>
        </p:nvSpPr>
        <p:spPr bwMode="auto">
          <a:xfrm>
            <a:off x="2592476" y="5339363"/>
            <a:ext cx="1509525" cy="318931"/>
          </a:xfrm>
          <a:prstGeom prst="rect">
            <a:avLst/>
          </a:prstGeom>
          <a:solidFill>
            <a:srgbClr val="D83B01"/>
          </a:solidFill>
          <a:ln>
            <a:noFill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0" tIns="62174" rIns="0" bIns="62174" numCol="1" rtlCol="0" anchor="ctr" anchorCtr="0" compatLnSpc="1">
            <a:prstTxWarp prst="textNoShape">
              <a:avLst/>
            </a:prstTxWarp>
          </a:bodyPr>
          <a:lstStyle/>
          <a:p>
            <a:pPr algn="ctr" defTabSz="1243088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866" dirty="0" err="1">
                <a:gradFill>
                  <a:gsLst>
                    <a:gs pos="5439">
                      <a:srgbClr val="F8F8F8"/>
                    </a:gs>
                    <a:gs pos="10000">
                      <a:srgbClr val="F8F8F8"/>
                    </a:gs>
                  </a:gsLst>
                  <a:lin ang="5400000" scaled="0"/>
                </a:gradFill>
                <a:latin typeface="Segoe UI Semilight"/>
              </a:rPr>
              <a:t>BlogContext</a:t>
            </a:r>
            <a:endParaRPr lang="en-US" sz="1866" dirty="0">
              <a:gradFill>
                <a:gsLst>
                  <a:gs pos="5439">
                    <a:srgbClr val="F8F8F8"/>
                  </a:gs>
                  <a:gs pos="10000">
                    <a:srgbClr val="F8F8F8"/>
                  </a:gs>
                </a:gsLst>
                <a:lin ang="5400000" scaled="0"/>
              </a:gradFill>
              <a:latin typeface="Segoe UI Semilight"/>
            </a:endParaRPr>
          </a:p>
        </p:txBody>
      </p:sp>
    </p:spTree>
    <p:extLst>
      <p:ext uri="{BB962C8B-B14F-4D97-AF65-F5344CB8AC3E}">
        <p14:creationId xmlns:p14="http://schemas.microsoft.com/office/powerpoint/2010/main" val="8355546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500"/>
                            </p:stCondLst>
                            <p:childTnLst>
                              <p:par>
                                <p:cTn id="3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500"/>
                            </p:stCondLst>
                            <p:childTnLst>
                              <p:par>
                                <p:cTn id="4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1000"/>
                            </p:stCondLst>
                            <p:childTnLst>
                              <p:par>
                                <p:cTn id="6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500"/>
                            </p:stCondLst>
                            <p:childTnLst>
                              <p:par>
                                <p:cTn id="6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2000"/>
                            </p:stCondLst>
                            <p:childTnLst>
                              <p:par>
                                <p:cTn id="72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8" fill="hold">
                            <p:stCondLst>
                              <p:cond delay="2500"/>
                            </p:stCondLst>
                            <p:childTnLst>
                              <p:par>
                                <p:cTn id="7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6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2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8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9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4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5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5" grpId="1"/>
      <p:bldP spid="6" grpId="0" animBg="1"/>
      <p:bldP spid="6" grpId="1" animBg="1"/>
      <p:bldP spid="24" grpId="0"/>
      <p:bldP spid="25" grpId="0" animBg="1"/>
      <p:bldP spid="26" grpId="0" animBg="1"/>
      <p:bldP spid="26" grpId="1" animBg="1"/>
      <p:bldP spid="26" grpId="2" animBg="1"/>
      <p:bldP spid="27" grpId="0" animBg="1"/>
      <p:bldP spid="27" grpId="1" animBg="1"/>
      <p:bldP spid="27" grpId="2" animBg="1"/>
      <p:bldP spid="28" grpId="0" animBg="1"/>
      <p:bldP spid="28" grpId="1" animBg="1"/>
      <p:bldP spid="28" grpId="2" animBg="1"/>
      <p:bldP spid="29" grpId="0" animBg="1"/>
      <p:bldP spid="30" grpId="0" animBg="1"/>
      <p:bldP spid="31" grpId="0" animBg="1"/>
      <p:bldP spid="31" grpId="1" animBg="1"/>
      <p:bldP spid="32" grpId="0" animBg="1"/>
      <p:bldP spid="32" grpId="1" animBg="1"/>
      <p:bldP spid="33" grpId="0" animBg="1"/>
      <p:bldP spid="33" grpId="1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7528D4-C3C4-75AA-8711-8682CA4428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3F54CF6-5692-3EF6-49AB-1DFCB326A4BC}"/>
              </a:ext>
            </a:extLst>
          </p:cNvPr>
          <p:cNvSpPr txBox="1"/>
          <p:nvPr/>
        </p:nvSpPr>
        <p:spPr>
          <a:xfrm>
            <a:off x="2438400" y="743404"/>
            <a:ext cx="725939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spc="300" dirty="0">
                <a:latin typeface="Montserrat SemiBold" panose="00000700000000000000" pitchFamily="50" charset="0"/>
                <a:ea typeface="Montserrat" charset="0"/>
                <a:cs typeface="Montserrat" charset="0"/>
              </a:rPr>
              <a:t>DBCONTEXT POOLING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28AE246-6950-76B9-BCFE-B196A28FFAD3}"/>
              </a:ext>
            </a:extLst>
          </p:cNvPr>
          <p:cNvSpPr/>
          <p:nvPr/>
        </p:nvSpPr>
        <p:spPr>
          <a:xfrm>
            <a:off x="1588" y="-1"/>
            <a:ext cx="809573" cy="6858001"/>
          </a:xfrm>
          <a:prstGeom prst="rect">
            <a:avLst/>
          </a:prstGeom>
          <a:solidFill>
            <a:srgbClr val="F8B4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900" dirty="0"/>
              <a:t> 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C532C2B2-9B1C-F638-DAE0-9DAD73BA42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87436573"/>
              </p:ext>
            </p:extLst>
          </p:nvPr>
        </p:nvGraphicFramePr>
        <p:xfrm>
          <a:off x="988557" y="2346975"/>
          <a:ext cx="10920765" cy="11074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539035">
                  <a:extLst>
                    <a:ext uri="{9D8B030D-6E8A-4147-A177-3AD203B41FA5}">
                      <a16:colId xmlns:a16="http://schemas.microsoft.com/office/drawing/2014/main" val="3989055605"/>
                    </a:ext>
                  </a:extLst>
                </a:gridCol>
                <a:gridCol w="1188913">
                  <a:extLst>
                    <a:ext uri="{9D8B030D-6E8A-4147-A177-3AD203B41FA5}">
                      <a16:colId xmlns:a16="http://schemas.microsoft.com/office/drawing/2014/main" val="987536384"/>
                    </a:ext>
                  </a:extLst>
                </a:gridCol>
                <a:gridCol w="1061784">
                  <a:extLst>
                    <a:ext uri="{9D8B030D-6E8A-4147-A177-3AD203B41FA5}">
                      <a16:colId xmlns:a16="http://schemas.microsoft.com/office/drawing/2014/main" val="354741090"/>
                    </a:ext>
                  </a:extLst>
                </a:gridCol>
                <a:gridCol w="1061784">
                  <a:extLst>
                    <a:ext uri="{9D8B030D-6E8A-4147-A177-3AD203B41FA5}">
                      <a16:colId xmlns:a16="http://schemas.microsoft.com/office/drawing/2014/main" val="3516865305"/>
                    </a:ext>
                  </a:extLst>
                </a:gridCol>
                <a:gridCol w="1061784">
                  <a:extLst>
                    <a:ext uri="{9D8B030D-6E8A-4147-A177-3AD203B41FA5}">
                      <a16:colId xmlns:a16="http://schemas.microsoft.com/office/drawing/2014/main" val="1463377438"/>
                    </a:ext>
                  </a:extLst>
                </a:gridCol>
                <a:gridCol w="1030322">
                  <a:extLst>
                    <a:ext uri="{9D8B030D-6E8A-4147-A177-3AD203B41FA5}">
                      <a16:colId xmlns:a16="http://schemas.microsoft.com/office/drawing/2014/main" val="4026638883"/>
                    </a:ext>
                  </a:extLst>
                </a:gridCol>
                <a:gridCol w="820018">
                  <a:extLst>
                    <a:ext uri="{9D8B030D-6E8A-4147-A177-3AD203B41FA5}">
                      <a16:colId xmlns:a16="http://schemas.microsoft.com/office/drawing/2014/main" val="3911260361"/>
                    </a:ext>
                  </a:extLst>
                </a:gridCol>
                <a:gridCol w="820018">
                  <a:extLst>
                    <a:ext uri="{9D8B030D-6E8A-4147-A177-3AD203B41FA5}">
                      <a16:colId xmlns:a16="http://schemas.microsoft.com/office/drawing/2014/main" val="2985447780"/>
                    </a:ext>
                  </a:extLst>
                </a:gridCol>
                <a:gridCol w="1337107">
                  <a:extLst>
                    <a:ext uri="{9D8B030D-6E8A-4147-A177-3AD203B41FA5}">
                      <a16:colId xmlns:a16="http://schemas.microsoft.com/office/drawing/2014/main" val="394706545"/>
                    </a:ext>
                  </a:extLst>
                </a:gridCol>
              </a:tblGrid>
              <a:tr h="259128">
                <a:tc>
                  <a:txBody>
                    <a:bodyPr/>
                    <a:lstStyle/>
                    <a:p>
                      <a:pPr algn="l" fontAlgn="t"/>
                      <a:r>
                        <a:rPr lang="en-US" dirty="0">
                          <a:effectLst/>
                        </a:rPr>
                        <a:t>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>
                          <a:effectLst/>
                        </a:rPr>
                        <a:t>NumBlogs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dirty="0">
                          <a:effectLst/>
                        </a:rPr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>
                          <a:effectLst/>
                        </a:rPr>
                        <a:t>Error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dirty="0" err="1">
                          <a:effectLst/>
                        </a:rPr>
                        <a:t>StdDev</a:t>
                      </a:r>
                      <a:endParaRPr lang="en-US" dirty="0"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>
                          <a:effectLst/>
                        </a:rPr>
                        <a:t>Gen 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dirty="0">
                          <a:effectLst/>
                        </a:rPr>
                        <a:t>Gen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>
                          <a:effectLst/>
                        </a:rPr>
                        <a:t>Gen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>
                          <a:effectLst/>
                        </a:rPr>
                        <a:t>Allocated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2436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t"/>
                      <a:r>
                        <a:rPr lang="en-US">
                          <a:effectLst/>
                        </a:rPr>
                        <a:t>WithoutContextPooling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dirty="0">
                          <a:effectLst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>
                          <a:effectLst/>
                        </a:rPr>
                        <a:t>701.6 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>
                          <a:effectLst/>
                        </a:rPr>
                        <a:t>26.62 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>
                          <a:effectLst/>
                        </a:rPr>
                        <a:t>78.48 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>
                          <a:effectLst/>
                        </a:rPr>
                        <a:t>11.7188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>
                          <a:effectLst/>
                        </a:rP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>
                          <a:effectLst/>
                        </a:rP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>
                          <a:effectLst/>
                        </a:rPr>
                        <a:t>50.38 KB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971428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t"/>
                      <a:r>
                        <a:rPr lang="en-US">
                          <a:effectLst/>
                        </a:rPr>
                        <a:t>WithContextPooling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dirty="0">
                          <a:effectLst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>
                          <a:effectLst/>
                        </a:rPr>
                        <a:t>350.1 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>
                          <a:effectLst/>
                        </a:rPr>
                        <a:t>6.80 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>
                          <a:effectLst/>
                        </a:rPr>
                        <a:t>14.64 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>
                          <a:effectLst/>
                        </a:rPr>
                        <a:t>0.9766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>
                          <a:effectLst/>
                        </a:rP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>
                          <a:effectLst/>
                        </a:rP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dirty="0">
                          <a:effectLst/>
                        </a:rPr>
                        <a:t>4.63 KB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8246882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628297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A528DC9-BB47-445C-9B13-0CD077BD9048}"/>
              </a:ext>
            </a:extLst>
          </p:cNvPr>
          <p:cNvSpPr txBox="1"/>
          <p:nvPr/>
        </p:nvSpPr>
        <p:spPr>
          <a:xfrm>
            <a:off x="2438400" y="743404"/>
            <a:ext cx="5068888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spc="300" dirty="0">
                <a:latin typeface="Montserrat SemiBold" panose="00000700000000000000" pitchFamily="50" charset="0"/>
                <a:ea typeface="Montserrat" charset="0"/>
                <a:cs typeface="Montserrat" charset="0"/>
              </a:rPr>
              <a:t>COMPILED QUERIES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9FFE08C-0150-A24D-8F0E-E335CDBED811}"/>
              </a:ext>
            </a:extLst>
          </p:cNvPr>
          <p:cNvSpPr/>
          <p:nvPr/>
        </p:nvSpPr>
        <p:spPr>
          <a:xfrm>
            <a:off x="1588" y="-1"/>
            <a:ext cx="1536700" cy="6858001"/>
          </a:xfrm>
          <a:prstGeom prst="rect">
            <a:avLst/>
          </a:prstGeom>
          <a:solidFill>
            <a:srgbClr val="F8B4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900" dirty="0"/>
              <a:t>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E1861FC-15A9-830F-2C4D-2A467FFF6D82}"/>
              </a:ext>
            </a:extLst>
          </p:cNvPr>
          <p:cNvSpPr/>
          <p:nvPr/>
        </p:nvSpPr>
        <p:spPr>
          <a:xfrm>
            <a:off x="1664631" y="2185353"/>
            <a:ext cx="10269416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Source Code Pro" panose="020B0509030403020204" pitchFamily="49" charset="0"/>
                <a:ea typeface="Source Code Pro" panose="020B0509030403020204" pitchFamily="49" charset="0"/>
              </a:rPr>
              <a:t>var </a:t>
            </a:r>
            <a:r>
              <a:rPr lang="en-US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explicitQuery</a:t>
            </a:r>
            <a:r>
              <a:rPr lang="en-US" dirty="0">
                <a:latin typeface="Source Code Pro" panose="020B0509030403020204" pitchFamily="49" charset="0"/>
                <a:ea typeface="Source Code Pro" panose="020B0509030403020204" pitchFamily="49" charset="0"/>
              </a:rPr>
              <a:t> = </a:t>
            </a:r>
            <a:r>
              <a:rPr lang="en-US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EF.CompileQuery</a:t>
            </a:r>
            <a:r>
              <a:rPr lang="en-US" dirty="0">
                <a:latin typeface="Source Code Pro" panose="020B0509030403020204" pitchFamily="49" charset="0"/>
                <a:ea typeface="Source Code Pro" panose="020B0509030403020204" pitchFamily="49" charset="0"/>
              </a:rPr>
              <a:t>((</a:t>
            </a:r>
            <a:r>
              <a:rPr lang="en-US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ChinookContext</a:t>
            </a:r>
            <a:r>
              <a:rPr lang="en-US" dirty="0">
                <a:latin typeface="Source Code Pro" panose="020B0509030403020204" pitchFamily="49" charset="0"/>
                <a:ea typeface="Source Code Pro" panose="020B0509030403020204" pitchFamily="49" charset="0"/>
              </a:rPr>
              <a:t> context, int id)</a:t>
            </a:r>
          </a:p>
          <a:p>
            <a:r>
              <a:rPr lang="en-US" dirty="0">
                <a:latin typeface="Source Code Pro" panose="020B0509030403020204" pitchFamily="49" charset="0"/>
                <a:ea typeface="Source Code Pro" panose="020B0509030403020204" pitchFamily="49" charset="0"/>
              </a:rPr>
              <a:t>                    =&gt; _</a:t>
            </a:r>
            <a:r>
              <a:rPr lang="en-US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context.Albums.FirstOrDefault</a:t>
            </a:r>
            <a:r>
              <a:rPr lang="en-US" dirty="0">
                <a:latin typeface="Source Code Pro" panose="020B0509030403020204" pitchFamily="49" charset="0"/>
                <a:ea typeface="Source Code Pro" panose="020B0509030403020204" pitchFamily="49" charset="0"/>
              </a:rPr>
              <a:t>(a =&gt; </a:t>
            </a:r>
            <a:r>
              <a:rPr lang="en-US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a.Id</a:t>
            </a:r>
            <a:r>
              <a:rPr lang="en-US" dirty="0">
                <a:latin typeface="Source Code Pro" panose="020B0509030403020204" pitchFamily="49" charset="0"/>
                <a:ea typeface="Source Code Pro" panose="020B0509030403020204" pitchFamily="49" charset="0"/>
              </a:rPr>
              <a:t> == id));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6D493B8-014B-F8F2-367D-81BBAFCABFE2}"/>
              </a:ext>
            </a:extLst>
          </p:cNvPr>
          <p:cNvSpPr/>
          <p:nvPr/>
        </p:nvSpPr>
        <p:spPr>
          <a:xfrm>
            <a:off x="1664631" y="4071044"/>
            <a:ext cx="9595384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Source Code Pro" panose="020B0509030403020204" pitchFamily="49" charset="0"/>
                <a:ea typeface="Source Code Pro" panose="020B0509030403020204" pitchFamily="49" charset="0"/>
              </a:rPr>
              <a:t>var </a:t>
            </a:r>
            <a:r>
              <a:rPr lang="en-US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compiledExplicitQuery</a:t>
            </a:r>
            <a:r>
              <a:rPr lang="en-US" dirty="0">
                <a:latin typeface="Source Code Pro" panose="020B0509030403020204" pitchFamily="49" charset="0"/>
                <a:ea typeface="Source Code Pro" panose="020B0509030403020204" pitchFamily="49" charset="0"/>
              </a:rPr>
              <a:t> = </a:t>
            </a:r>
          </a:p>
          <a:p>
            <a:r>
              <a:rPr lang="en-US" dirty="0">
                <a:latin typeface="Source Code Pro" panose="020B0509030403020204" pitchFamily="49" charset="0"/>
                <a:ea typeface="Source Code Pro" panose="020B0509030403020204" pitchFamily="49" charset="0"/>
              </a:rPr>
              <a:t>    </a:t>
            </a:r>
            <a:r>
              <a:rPr lang="en-US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EF.CompileAsyncQuery</a:t>
            </a:r>
            <a:r>
              <a:rPr lang="en-US" dirty="0">
                <a:latin typeface="Source Code Pro" panose="020B0509030403020204" pitchFamily="49" charset="0"/>
                <a:ea typeface="Source Code Pro" panose="020B0509030403020204" pitchFamily="49" charset="0"/>
              </a:rPr>
              <a:t>((</a:t>
            </a:r>
            <a:r>
              <a:rPr lang="en-US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ChinookContext</a:t>
            </a:r>
            <a:r>
              <a:rPr lang="en-US" dirty="0">
                <a:latin typeface="Source Code Pro" panose="020B0509030403020204" pitchFamily="49" charset="0"/>
                <a:ea typeface="Source Code Pro" panose="020B0509030403020204" pitchFamily="49" charset="0"/>
              </a:rPr>
              <a:t> context, int id)</a:t>
            </a:r>
          </a:p>
          <a:p>
            <a:r>
              <a:rPr lang="en-US" dirty="0">
                <a:latin typeface="Source Code Pro" panose="020B0509030403020204" pitchFamily="49" charset="0"/>
                <a:ea typeface="Source Code Pro" panose="020B0509030403020204" pitchFamily="49" charset="0"/>
              </a:rPr>
              <a:t>       =&gt; </a:t>
            </a:r>
            <a:r>
              <a:rPr lang="en-US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context.Albums.FirstOrDefault</a:t>
            </a:r>
            <a:r>
              <a:rPr lang="en-US" dirty="0">
                <a:latin typeface="Source Code Pro" panose="020B0509030403020204" pitchFamily="49" charset="0"/>
                <a:ea typeface="Source Code Pro" panose="020B0509030403020204" pitchFamily="49" charset="0"/>
              </a:rPr>
              <a:t>(a =&gt; </a:t>
            </a:r>
            <a:r>
              <a:rPr lang="en-US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a.Id</a:t>
            </a:r>
            <a:r>
              <a:rPr lang="en-US" dirty="0">
                <a:latin typeface="Source Code Pro" panose="020B0509030403020204" pitchFamily="49" charset="0"/>
                <a:ea typeface="Source Code Pro" panose="020B0509030403020204" pitchFamily="49" charset="0"/>
              </a:rPr>
              <a:t> == id));</a:t>
            </a:r>
          </a:p>
        </p:txBody>
      </p:sp>
    </p:spTree>
    <p:extLst>
      <p:ext uri="{BB962C8B-B14F-4D97-AF65-F5344CB8AC3E}">
        <p14:creationId xmlns:p14="http://schemas.microsoft.com/office/powerpoint/2010/main" val="18357661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A528DC9-BB47-445C-9B13-0CD077BD9048}"/>
              </a:ext>
            </a:extLst>
          </p:cNvPr>
          <p:cNvSpPr txBox="1"/>
          <p:nvPr/>
        </p:nvSpPr>
        <p:spPr>
          <a:xfrm>
            <a:off x="2438400" y="743404"/>
            <a:ext cx="5068888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spc="300" dirty="0">
                <a:latin typeface="Montserrat SemiBold" panose="00000700000000000000" pitchFamily="50" charset="0"/>
                <a:ea typeface="Montserrat" charset="0"/>
                <a:cs typeface="Montserrat" charset="0"/>
              </a:rPr>
              <a:t>COMPILED MODELS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9FFE08C-0150-A24D-8F0E-E335CDBED811}"/>
              </a:ext>
            </a:extLst>
          </p:cNvPr>
          <p:cNvSpPr/>
          <p:nvPr/>
        </p:nvSpPr>
        <p:spPr>
          <a:xfrm>
            <a:off x="1588" y="-1"/>
            <a:ext cx="1536700" cy="6858001"/>
          </a:xfrm>
          <a:prstGeom prst="rect">
            <a:avLst/>
          </a:prstGeom>
          <a:solidFill>
            <a:srgbClr val="F8B4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900" dirty="0"/>
              <a:t>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E1861FC-15A9-830F-2C4D-2A467FFF6D82}"/>
              </a:ext>
            </a:extLst>
          </p:cNvPr>
          <p:cNvSpPr/>
          <p:nvPr/>
        </p:nvSpPr>
        <p:spPr>
          <a:xfrm>
            <a:off x="1705707" y="1640230"/>
            <a:ext cx="10269416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dotnet </a:t>
            </a:r>
            <a:r>
              <a:rPr lang="en-US" sz="2400" dirty="0" err="1">
                <a:latin typeface="Consolas" panose="020B0609020204030204" pitchFamily="49" charset="0"/>
              </a:rPr>
              <a:t>ef</a:t>
            </a:r>
            <a:r>
              <a:rPr lang="en-US" sz="2400" dirty="0">
                <a:latin typeface="Consolas" panose="020B0609020204030204" pitchFamily="49" charset="0"/>
              </a:rPr>
              <a:t> </a:t>
            </a:r>
            <a:r>
              <a:rPr lang="en-US" sz="2400" dirty="0" err="1">
                <a:latin typeface="Consolas" panose="020B0609020204030204" pitchFamily="49" charset="0"/>
              </a:rPr>
              <a:t>dbcontext</a:t>
            </a:r>
            <a:r>
              <a:rPr lang="en-US" sz="2400" dirty="0">
                <a:latin typeface="Consolas" panose="020B0609020204030204" pitchFamily="49" charset="0"/>
              </a:rPr>
              <a:t> optimize --output-</a:t>
            </a:r>
            <a:r>
              <a:rPr lang="en-US" sz="2400" dirty="0" err="1">
                <a:latin typeface="Consolas" panose="020B0609020204030204" pitchFamily="49" charset="0"/>
              </a:rPr>
              <a:t>dir</a:t>
            </a:r>
            <a:r>
              <a:rPr lang="en-US" sz="2400" dirty="0">
                <a:latin typeface="Consolas" panose="020B0609020204030204" pitchFamily="49" charset="0"/>
              </a:rPr>
              <a:t> </a:t>
            </a:r>
            <a:r>
              <a:rPr lang="en-US" sz="2400" dirty="0" err="1">
                <a:latin typeface="Consolas" panose="020B0609020204030204" pitchFamily="49" charset="0"/>
              </a:rPr>
              <a:t>ChinookModels</a:t>
            </a:r>
            <a:r>
              <a:rPr lang="en-US" sz="2400" dirty="0">
                <a:latin typeface="Consolas" panose="020B0609020204030204" pitchFamily="49" charset="0"/>
              </a:rPr>
              <a:t> --namespace </a:t>
            </a:r>
            <a:r>
              <a:rPr lang="en-US" sz="2400" dirty="0" err="1">
                <a:latin typeface="Consolas" panose="020B0609020204030204" pitchFamily="49" charset="0"/>
              </a:rPr>
              <a:t>ChinookModels</a:t>
            </a:r>
            <a:endParaRPr lang="en-US" sz="2400" dirty="0">
              <a:latin typeface="Consolas" panose="020B06090202040302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6D493B8-014B-F8F2-367D-81BBAFCABFE2}"/>
              </a:ext>
            </a:extLst>
          </p:cNvPr>
          <p:cNvSpPr/>
          <p:nvPr/>
        </p:nvSpPr>
        <p:spPr>
          <a:xfrm>
            <a:off x="1538288" y="2828834"/>
            <a:ext cx="10799751" cy="120032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Source Code Pro" panose="020B0509030403020204" pitchFamily="49" charset="0"/>
                <a:ea typeface="Source Code Pro" panose="020B0509030403020204" pitchFamily="49" charset="0"/>
              </a:rPr>
              <a:t>protected override void </a:t>
            </a:r>
            <a:r>
              <a:rPr lang="en-US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OnConfiguring</a:t>
            </a:r>
            <a:r>
              <a:rPr lang="en-US" dirty="0">
                <a:latin typeface="Source Code Pro" panose="020B0509030403020204" pitchFamily="49" charset="0"/>
                <a:ea typeface="Source Code Pro" panose="020B0509030403020204" pitchFamily="49" charset="0"/>
              </a:rPr>
              <a:t>(</a:t>
            </a:r>
            <a:r>
              <a:rPr lang="en-US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DbContextOptionsBuilder</a:t>
            </a:r>
            <a:r>
              <a:rPr lang="en-US" dirty="0">
                <a:latin typeface="Source Code Pro" panose="020B0509030403020204" pitchFamily="49" charset="0"/>
                <a:ea typeface="Source Code Pro" panose="020B0509030403020204" pitchFamily="49" charset="0"/>
              </a:rPr>
              <a:t> </a:t>
            </a:r>
            <a:r>
              <a:rPr lang="en-US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optionsBuilder</a:t>
            </a:r>
            <a:r>
              <a:rPr lang="en-US" dirty="0">
                <a:latin typeface="Source Code Pro" panose="020B0509030403020204" pitchFamily="49" charset="0"/>
                <a:ea typeface="Source Code Pro" panose="020B0509030403020204" pitchFamily="49" charset="0"/>
              </a:rPr>
              <a:t>)</a:t>
            </a:r>
          </a:p>
          <a:p>
            <a:r>
              <a:rPr lang="en-US" dirty="0">
                <a:latin typeface="Source Code Pro" panose="020B0509030403020204" pitchFamily="49" charset="0"/>
                <a:ea typeface="Source Code Pro" panose="020B0509030403020204" pitchFamily="49" charset="0"/>
              </a:rPr>
              <a:t>    =&gt; </a:t>
            </a:r>
            <a:r>
              <a:rPr lang="en-US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optionsBuilder</a:t>
            </a:r>
            <a:endParaRPr lang="en-US" dirty="0">
              <a:latin typeface="Source Code Pro" panose="020B0509030403020204" pitchFamily="49" charset="0"/>
              <a:ea typeface="Source Code Pro" panose="020B0509030403020204" pitchFamily="49" charset="0"/>
            </a:endParaRPr>
          </a:p>
          <a:p>
            <a:r>
              <a:rPr lang="en-US" dirty="0">
                <a:latin typeface="Source Code Pro" panose="020B0509030403020204" pitchFamily="49" charset="0"/>
                <a:ea typeface="Source Code Pro" panose="020B0509030403020204" pitchFamily="49" charset="0"/>
              </a:rPr>
              <a:t>        .</a:t>
            </a:r>
            <a:r>
              <a:rPr lang="en-US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UseModel</a:t>
            </a:r>
            <a:r>
              <a:rPr lang="en-US" dirty="0">
                <a:latin typeface="Source Code Pro" panose="020B0509030403020204" pitchFamily="49" charset="0"/>
                <a:ea typeface="Source Code Pro" panose="020B0509030403020204" pitchFamily="49" charset="0"/>
              </a:rPr>
              <a:t>(</a:t>
            </a:r>
            <a:r>
              <a:rPr lang="en-US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ChinookModels.AlbumsContextModel.Instance</a:t>
            </a:r>
            <a:r>
              <a:rPr lang="en-US" dirty="0">
                <a:latin typeface="Source Code Pro" panose="020B0509030403020204" pitchFamily="49" charset="0"/>
                <a:ea typeface="Source Code Pro" panose="020B0509030403020204" pitchFamily="49" charset="0"/>
              </a:rPr>
              <a:t>)</a:t>
            </a:r>
          </a:p>
          <a:p>
            <a:r>
              <a:rPr lang="en-US" dirty="0">
                <a:latin typeface="Source Code Pro" panose="020B0509030403020204" pitchFamily="49" charset="0"/>
                <a:ea typeface="Source Code Pro" panose="020B0509030403020204" pitchFamily="49" charset="0"/>
              </a:rPr>
              <a:t>        .</a:t>
            </a:r>
            <a:r>
              <a:rPr lang="en-US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UseSqServer</a:t>
            </a:r>
            <a:r>
              <a:rPr lang="en-US" dirty="0">
                <a:latin typeface="Source Code Pro" panose="020B0509030403020204" pitchFamily="49" charset="0"/>
                <a:ea typeface="Source Code Pro" panose="020B0509030403020204" pitchFamily="49" charset="0"/>
              </a:rPr>
              <a:t>(“&lt;ConnectionString&gt;");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878809D-4981-9E66-4D78-F7DA018ACCF4}"/>
              </a:ext>
            </a:extLst>
          </p:cNvPr>
          <p:cNvSpPr/>
          <p:nvPr/>
        </p:nvSpPr>
        <p:spPr>
          <a:xfrm>
            <a:off x="2074873" y="4726543"/>
            <a:ext cx="8603637" cy="163121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latin typeface="Montserrat Medium" panose="00000600000000000000" pitchFamily="2" charset="0"/>
              </a:rPr>
              <a:t>Things to remember”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Montserrat Medium" panose="00000600000000000000" pitchFamily="2" charset="0"/>
              </a:rPr>
              <a:t>Global Query Filters not supported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Montserrat Medium" panose="00000600000000000000" pitchFamily="2" charset="0"/>
              </a:rPr>
              <a:t>Lazy-loading and Change-Tracking proxies not supported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Montserrat Medium" panose="00000600000000000000" pitchFamily="2" charset="0"/>
              </a:rPr>
              <a:t>You must regenerate the compiled modal each time the code</a:t>
            </a:r>
          </a:p>
          <a:p>
            <a:r>
              <a:rPr lang="en-US" sz="2000" dirty="0">
                <a:latin typeface="Montserrat Medium" panose="00000600000000000000" pitchFamily="2" charset="0"/>
              </a:rPr>
              <a:t>     for the </a:t>
            </a:r>
            <a:r>
              <a:rPr lang="en-US" sz="2000" dirty="0" err="1">
                <a:latin typeface="Montserrat Medium" panose="00000600000000000000" pitchFamily="2" charset="0"/>
              </a:rPr>
              <a:t>dbcontext</a:t>
            </a:r>
            <a:r>
              <a:rPr lang="en-US" sz="2000" dirty="0">
                <a:latin typeface="Montserrat Medium" panose="00000600000000000000" pitchFamily="2" charset="0"/>
              </a:rPr>
              <a:t> changes</a:t>
            </a:r>
          </a:p>
        </p:txBody>
      </p:sp>
    </p:spTree>
    <p:extLst>
      <p:ext uri="{BB962C8B-B14F-4D97-AF65-F5344CB8AC3E}">
        <p14:creationId xmlns:p14="http://schemas.microsoft.com/office/powerpoint/2010/main" val="38694210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  <p:bldP spid="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A528DC9-BB47-445C-9B13-0CD077BD9048}"/>
              </a:ext>
            </a:extLst>
          </p:cNvPr>
          <p:cNvSpPr txBox="1"/>
          <p:nvPr/>
        </p:nvSpPr>
        <p:spPr>
          <a:xfrm>
            <a:off x="2438400" y="743404"/>
            <a:ext cx="5068888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spc="300" dirty="0">
                <a:latin typeface="Montserrat SemiBold" panose="00000700000000000000" pitchFamily="50" charset="0"/>
                <a:ea typeface="Montserrat" charset="0"/>
                <a:cs typeface="Montserrat" charset="0"/>
              </a:rPr>
              <a:t>FROMSQL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9FFE08C-0150-A24D-8F0E-E335CDBED811}"/>
              </a:ext>
            </a:extLst>
          </p:cNvPr>
          <p:cNvSpPr/>
          <p:nvPr/>
        </p:nvSpPr>
        <p:spPr>
          <a:xfrm>
            <a:off x="1588" y="-1"/>
            <a:ext cx="1536700" cy="6858001"/>
          </a:xfrm>
          <a:prstGeom prst="rect">
            <a:avLst/>
          </a:prstGeom>
          <a:solidFill>
            <a:srgbClr val="F8B4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900" dirty="0"/>
              <a:t>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AFCEC8C-BBB3-350D-049A-CB895EB0EBF6}"/>
              </a:ext>
            </a:extLst>
          </p:cNvPr>
          <p:cNvSpPr/>
          <p:nvPr/>
        </p:nvSpPr>
        <p:spPr>
          <a:xfrm>
            <a:off x="1670990" y="2444681"/>
            <a:ext cx="5836298" cy="28623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000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var</a:t>
            </a:r>
            <a:r>
              <a:rPr lang="en-US" sz="20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 city = "Redmond";</a:t>
            </a:r>
          </a:p>
          <a:p>
            <a:endParaRPr lang="en-US" sz="2000" dirty="0">
              <a:latin typeface="Source Code Pro" panose="020B0509030403020204" pitchFamily="49" charset="0"/>
              <a:ea typeface="Source Code Pro" panose="020B0509030403020204" pitchFamily="49" charset="0"/>
            </a:endParaRPr>
          </a:p>
          <a:p>
            <a:r>
              <a:rPr lang="en-US" sz="20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using (</a:t>
            </a:r>
            <a:r>
              <a:rPr lang="en-US" sz="2000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var</a:t>
            </a:r>
            <a:r>
              <a:rPr lang="en-US" sz="20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 context = </a:t>
            </a:r>
            <a:r>
              <a:rPr lang="en-US" sz="2000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CreateContext</a:t>
            </a:r>
            <a:r>
              <a:rPr lang="en-US" sz="20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())</a:t>
            </a:r>
          </a:p>
          <a:p>
            <a:r>
              <a:rPr lang="en-US" sz="20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{</a:t>
            </a:r>
          </a:p>
          <a:p>
            <a:r>
              <a:rPr lang="en-US" sz="20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	</a:t>
            </a:r>
            <a:r>
              <a:rPr lang="en-US" sz="2000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context.Customers.FromSql</a:t>
            </a:r>
            <a:r>
              <a:rPr lang="en-US" sz="20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($@“</a:t>
            </a:r>
          </a:p>
          <a:p>
            <a:r>
              <a:rPr lang="en-US" sz="20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		SELECT *</a:t>
            </a:r>
          </a:p>
          <a:p>
            <a:r>
              <a:rPr lang="en-US" sz="20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		FROM Customers</a:t>
            </a:r>
          </a:p>
          <a:p>
            <a:r>
              <a:rPr lang="en-US" sz="20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		WHERE City = {city}");</a:t>
            </a:r>
          </a:p>
          <a:p>
            <a:r>
              <a:rPr lang="en-US" sz="20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}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2E14057-4C01-03BB-2AA4-242B9A7AF48B}"/>
              </a:ext>
            </a:extLst>
          </p:cNvPr>
          <p:cNvSpPr/>
          <p:nvPr/>
        </p:nvSpPr>
        <p:spPr>
          <a:xfrm>
            <a:off x="8151344" y="2444681"/>
            <a:ext cx="3395887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*</a:t>
            </a: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Customers</a:t>
            </a: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WHERE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City = @p0</a:t>
            </a:r>
            <a:endParaRPr lang="en-US" sz="2400" dirty="0">
              <a:latin typeface="Consolas" panose="020B0609020204030204" pitchFamily="49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2D2DDB6-CE68-E59E-B831-BDC448B85071}"/>
              </a:ext>
            </a:extLst>
          </p:cNvPr>
          <p:cNvSpPr/>
          <p:nvPr/>
        </p:nvSpPr>
        <p:spPr>
          <a:xfrm>
            <a:off x="8059615" y="4565301"/>
            <a:ext cx="3923355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*</a:t>
            </a: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Customers</a:t>
            </a: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WHERE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City = ‘Redmond’</a:t>
            </a:r>
            <a:endParaRPr lang="en-US" sz="24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555648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  <p:bldP spid="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A528DC9-BB47-445C-9B13-0CD077BD9048}"/>
              </a:ext>
            </a:extLst>
          </p:cNvPr>
          <p:cNvSpPr txBox="1"/>
          <p:nvPr/>
        </p:nvSpPr>
        <p:spPr>
          <a:xfrm>
            <a:off x="2438400" y="743404"/>
            <a:ext cx="5068888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spc="300" dirty="0">
                <a:latin typeface="Montserrat SemiBold" panose="00000700000000000000" pitchFamily="50" charset="0"/>
                <a:ea typeface="Montserrat" charset="0"/>
                <a:cs typeface="Montserrat" charset="0"/>
              </a:rPr>
              <a:t>QUERY PROJECTION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9FFE08C-0150-A24D-8F0E-E335CDBED811}"/>
              </a:ext>
            </a:extLst>
          </p:cNvPr>
          <p:cNvSpPr/>
          <p:nvPr/>
        </p:nvSpPr>
        <p:spPr>
          <a:xfrm>
            <a:off x="1588" y="-1"/>
            <a:ext cx="1536700" cy="6858001"/>
          </a:xfrm>
          <a:prstGeom prst="rect">
            <a:avLst/>
          </a:prstGeom>
          <a:solidFill>
            <a:srgbClr val="F8B4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900" dirty="0"/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F6C6AD-49A2-80CF-361B-8C3057ED92D9}"/>
              </a:ext>
            </a:extLst>
          </p:cNvPr>
          <p:cNvSpPr txBox="1"/>
          <p:nvPr/>
        </p:nvSpPr>
        <p:spPr>
          <a:xfrm>
            <a:off x="2051539" y="1874912"/>
            <a:ext cx="359312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*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[Employee]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B64D887-A488-B6A8-25A2-2B191DB3B4EC}"/>
              </a:ext>
            </a:extLst>
          </p:cNvPr>
          <p:cNvSpPr txBox="1"/>
          <p:nvPr/>
        </p:nvSpPr>
        <p:spPr>
          <a:xfrm>
            <a:off x="6096000" y="1874912"/>
            <a:ext cx="60960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[Id]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LastName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[FirstName]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[Title]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sz="1800" b="1" dirty="0">
                <a:solidFill>
                  <a:srgbClr val="FF0000"/>
                </a:solidFill>
                <a:latin typeface="Consolas" panose="020B0609020204030204" pitchFamily="49" charset="0"/>
              </a:rPr>
              <a:t>,[</a:t>
            </a:r>
            <a:r>
              <a:rPr lang="en-US" sz="1800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ReportsTo</a:t>
            </a:r>
            <a:r>
              <a:rPr lang="en-US" sz="1800" b="1" dirty="0">
                <a:solidFill>
                  <a:srgbClr val="FF0000"/>
                </a:solidFill>
                <a:latin typeface="Consolas" panose="020B0609020204030204" pitchFamily="49" charset="0"/>
              </a:rPr>
              <a:t>]</a:t>
            </a:r>
          </a:p>
          <a:p>
            <a:r>
              <a:rPr lang="en-US" sz="1800" b="1" dirty="0">
                <a:solidFill>
                  <a:srgbClr val="FF0000"/>
                </a:solidFill>
                <a:latin typeface="Consolas" panose="020B0609020204030204" pitchFamily="49" charset="0"/>
              </a:rPr>
              <a:t>      ,[</a:t>
            </a:r>
            <a:r>
              <a:rPr lang="en-US" sz="1800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BirthDate</a:t>
            </a:r>
            <a:r>
              <a:rPr lang="en-US" sz="1800" b="1" dirty="0">
                <a:solidFill>
                  <a:srgbClr val="FF0000"/>
                </a:solidFill>
                <a:latin typeface="Consolas" panose="020B0609020204030204" pitchFamily="49" charset="0"/>
              </a:rPr>
              <a:t>]</a:t>
            </a:r>
          </a:p>
          <a:p>
            <a:r>
              <a:rPr lang="en-US" sz="1800" b="1" dirty="0">
                <a:solidFill>
                  <a:srgbClr val="FF0000"/>
                </a:solidFill>
                <a:latin typeface="Consolas" panose="020B0609020204030204" pitchFamily="49" charset="0"/>
              </a:rPr>
              <a:t>      ,[</a:t>
            </a:r>
            <a:r>
              <a:rPr lang="en-US" sz="1800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HireDate</a:t>
            </a:r>
            <a:r>
              <a:rPr lang="en-US" sz="1800" b="1" dirty="0">
                <a:solidFill>
                  <a:srgbClr val="FF0000"/>
                </a:solidFill>
                <a:latin typeface="Consolas" panose="020B0609020204030204" pitchFamily="49" charset="0"/>
              </a:rPr>
              <a:t>]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[Address]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[City]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[State]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[Country]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PostalCode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[Phone]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[Fax]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[Email]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[Employee]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37780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A528DC9-BB47-445C-9B13-0CD077BD9048}"/>
              </a:ext>
            </a:extLst>
          </p:cNvPr>
          <p:cNvSpPr txBox="1"/>
          <p:nvPr/>
        </p:nvSpPr>
        <p:spPr>
          <a:xfrm>
            <a:off x="2438400" y="743404"/>
            <a:ext cx="5068888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spc="300" dirty="0">
                <a:latin typeface="Montserrat SemiBold" panose="00000700000000000000" pitchFamily="50" charset="0"/>
                <a:ea typeface="Montserrat" charset="0"/>
                <a:cs typeface="Montserrat" charset="0"/>
              </a:rPr>
              <a:t>QUERY PROJECTION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9FFE08C-0150-A24D-8F0E-E335CDBED811}"/>
              </a:ext>
            </a:extLst>
          </p:cNvPr>
          <p:cNvSpPr/>
          <p:nvPr/>
        </p:nvSpPr>
        <p:spPr>
          <a:xfrm>
            <a:off x="1588" y="-1"/>
            <a:ext cx="1536700" cy="6858001"/>
          </a:xfrm>
          <a:prstGeom prst="rect">
            <a:avLst/>
          </a:prstGeom>
          <a:solidFill>
            <a:srgbClr val="F8B4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900" dirty="0"/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F6C6AD-49A2-80CF-361B-8C3057ED92D9}"/>
              </a:ext>
            </a:extLst>
          </p:cNvPr>
          <p:cNvSpPr txBox="1"/>
          <p:nvPr/>
        </p:nvSpPr>
        <p:spPr>
          <a:xfrm>
            <a:off x="2051539" y="1874912"/>
            <a:ext cx="359312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*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[Employee]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B64D887-A488-B6A8-25A2-2B191DB3B4EC}"/>
              </a:ext>
            </a:extLst>
          </p:cNvPr>
          <p:cNvSpPr txBox="1"/>
          <p:nvPr/>
        </p:nvSpPr>
        <p:spPr>
          <a:xfrm>
            <a:off x="6096000" y="1874912"/>
            <a:ext cx="6096000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[Id]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LastName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[FirstName]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[Title]</a:t>
            </a:r>
            <a:endParaRPr lang="en-US" sz="1800" b="1" dirty="0">
              <a:solidFill>
                <a:srgbClr val="FF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[Address]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[City]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[State]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[Country]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PostalCode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[Phone]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[Fax]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[Email]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[Employee]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97093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A528DC9-BB47-445C-9B13-0CD077BD9048}"/>
              </a:ext>
            </a:extLst>
          </p:cNvPr>
          <p:cNvSpPr txBox="1"/>
          <p:nvPr/>
        </p:nvSpPr>
        <p:spPr>
          <a:xfrm>
            <a:off x="2438400" y="743404"/>
            <a:ext cx="5068888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spc="300" dirty="0">
                <a:latin typeface="Montserrat SemiBold" panose="00000700000000000000" pitchFamily="50" charset="0"/>
                <a:ea typeface="Montserrat" charset="0"/>
                <a:cs typeface="Montserrat" charset="0"/>
              </a:rPr>
              <a:t>QUERY PROJECTION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9FFE08C-0150-A24D-8F0E-E335CDBED811}"/>
              </a:ext>
            </a:extLst>
          </p:cNvPr>
          <p:cNvSpPr/>
          <p:nvPr/>
        </p:nvSpPr>
        <p:spPr>
          <a:xfrm>
            <a:off x="1588" y="-1"/>
            <a:ext cx="1536700" cy="6858001"/>
          </a:xfrm>
          <a:prstGeom prst="rect">
            <a:avLst/>
          </a:prstGeom>
          <a:solidFill>
            <a:srgbClr val="F8B4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900" dirty="0"/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F6C6AD-49A2-80CF-361B-8C3057ED92D9}"/>
              </a:ext>
            </a:extLst>
          </p:cNvPr>
          <p:cNvSpPr txBox="1"/>
          <p:nvPr/>
        </p:nvSpPr>
        <p:spPr>
          <a:xfrm>
            <a:off x="2051539" y="1874912"/>
            <a:ext cx="359312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effectLst/>
                <a:latin typeface="Source Code Pro" panose="020B0509030403020204" pitchFamily="49" charset="0"/>
                <a:ea typeface="Source Code Pro" panose="020B0509030403020204" pitchFamily="49" charset="0"/>
              </a:rPr>
              <a:t>from</a:t>
            </a:r>
            <a:r>
              <a:rPr lang="en-US" dirty="0">
                <a:solidFill>
                  <a:srgbClr val="000000"/>
                </a:solidFill>
                <a:effectLst/>
                <a:latin typeface="Source Code Pro" panose="020B0509030403020204" pitchFamily="49" charset="0"/>
                <a:ea typeface="Source Code Pro" panose="020B0509030403020204" pitchFamily="49" charset="0"/>
              </a:rPr>
              <a:t> e </a:t>
            </a:r>
            <a:r>
              <a:rPr lang="en-US" dirty="0">
                <a:solidFill>
                  <a:srgbClr val="0000FF"/>
                </a:solidFill>
                <a:effectLst/>
                <a:latin typeface="Source Code Pro" panose="020B0509030403020204" pitchFamily="49" charset="0"/>
                <a:ea typeface="Source Code Pro" panose="020B0509030403020204" pitchFamily="49" charset="0"/>
              </a:rPr>
              <a:t>in</a:t>
            </a:r>
            <a:r>
              <a:rPr lang="en-US" dirty="0">
                <a:solidFill>
                  <a:srgbClr val="000000"/>
                </a:solidFill>
                <a:effectLst/>
                <a:latin typeface="Source Code Pro" panose="020B0509030403020204" pitchFamily="49" charset="0"/>
                <a:ea typeface="Source Code Pro" panose="020B0509030403020204" pitchFamily="49" charset="0"/>
              </a:rPr>
              <a:t> Employees </a:t>
            </a:r>
            <a:br>
              <a:rPr lang="en-US" dirty="0">
                <a:solidFill>
                  <a:srgbClr val="000000"/>
                </a:solidFill>
                <a:effectLst/>
                <a:latin typeface="Source Code Pro" panose="020B0509030403020204" pitchFamily="49" charset="0"/>
                <a:ea typeface="Source Code Pro" panose="020B0509030403020204" pitchFamily="49" charset="0"/>
              </a:rPr>
            </a:br>
            <a:r>
              <a:rPr lang="en-US" dirty="0">
                <a:solidFill>
                  <a:srgbClr val="0000FF"/>
                </a:solidFill>
                <a:effectLst/>
                <a:latin typeface="Source Code Pro" panose="020B0509030403020204" pitchFamily="49" charset="0"/>
                <a:ea typeface="Source Code Pro" panose="020B0509030403020204" pitchFamily="49" charset="0"/>
              </a:rPr>
              <a:t>select</a:t>
            </a:r>
            <a:r>
              <a:rPr lang="en-US" dirty="0">
                <a:solidFill>
                  <a:srgbClr val="000000"/>
                </a:solidFill>
                <a:effectLst/>
                <a:latin typeface="Source Code Pro" panose="020B0509030403020204" pitchFamily="49" charset="0"/>
                <a:ea typeface="Source Code Pro" panose="020B0509030403020204" pitchFamily="49" charset="0"/>
              </a:rPr>
              <a:t> e</a:t>
            </a:r>
            <a:endParaRPr lang="en-US" dirty="0">
              <a:effectLst/>
              <a:latin typeface="Source Code Pro" panose="020B0509030403020204" pitchFamily="49" charset="0"/>
              <a:ea typeface="Source Code Pro" panose="020B050903040302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B64D887-A488-B6A8-25A2-2B191DB3B4EC}"/>
              </a:ext>
            </a:extLst>
          </p:cNvPr>
          <p:cNvSpPr txBox="1"/>
          <p:nvPr/>
        </p:nvSpPr>
        <p:spPr>
          <a:xfrm>
            <a:off x="5398477" y="1874912"/>
            <a:ext cx="6793523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effectLst/>
                <a:latin typeface="Source Code Pro" panose="020B0509030403020204" pitchFamily="49" charset="0"/>
                <a:ea typeface="Source Code Pro" panose="020B05090304030202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effectLst/>
                <a:latin typeface="Source Code Pro" panose="020B0509030403020204" pitchFamily="49" charset="0"/>
                <a:ea typeface="Source Code Pro" panose="020B0509030403020204" pitchFamily="49" charset="0"/>
              </a:rPr>
              <a:t> e </a:t>
            </a:r>
            <a:r>
              <a:rPr lang="en-US" sz="1800" dirty="0">
                <a:solidFill>
                  <a:srgbClr val="0000FF"/>
                </a:solidFill>
                <a:effectLst/>
                <a:latin typeface="Source Code Pro" panose="020B0509030403020204" pitchFamily="49" charset="0"/>
                <a:ea typeface="Source Code Pro" panose="020B0509030403020204" pitchFamily="49" charset="0"/>
              </a:rPr>
              <a:t>in</a:t>
            </a:r>
            <a:r>
              <a:rPr lang="en-US" sz="1800" dirty="0">
                <a:solidFill>
                  <a:srgbClr val="000000"/>
                </a:solidFill>
                <a:effectLst/>
                <a:latin typeface="Source Code Pro" panose="020B0509030403020204" pitchFamily="49" charset="0"/>
                <a:ea typeface="Source Code Pro" panose="020B0509030403020204" pitchFamily="49" charset="0"/>
              </a:rPr>
              <a:t> Employees </a:t>
            </a:r>
            <a:br>
              <a:rPr lang="en-US" sz="1800" dirty="0">
                <a:solidFill>
                  <a:srgbClr val="000000"/>
                </a:solidFill>
                <a:effectLst/>
                <a:latin typeface="Source Code Pro" panose="020B0509030403020204" pitchFamily="49" charset="0"/>
                <a:ea typeface="Source Code Pro" panose="020B0509030403020204" pitchFamily="49" charset="0"/>
              </a:rPr>
            </a:br>
            <a:r>
              <a:rPr lang="en-US" sz="1800" dirty="0">
                <a:solidFill>
                  <a:srgbClr val="0000FF"/>
                </a:solidFill>
                <a:effectLst/>
                <a:latin typeface="Source Code Pro" panose="020B0509030403020204" pitchFamily="49" charset="0"/>
                <a:ea typeface="Source Code Pro" panose="020B05090304030202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effectLst/>
                <a:latin typeface="Source Code Pro" panose="020B0509030403020204" pitchFamily="49" charset="0"/>
                <a:ea typeface="Source Code Pro" panose="020B0509030403020204" pitchFamily="49" charset="0"/>
              </a:rPr>
              <a:t> </a:t>
            </a:r>
            <a:r>
              <a:rPr lang="en-US" sz="1800" dirty="0">
                <a:solidFill>
                  <a:srgbClr val="0000FF"/>
                </a:solidFill>
                <a:effectLst/>
                <a:latin typeface="Source Code Pro" panose="020B0509030403020204" pitchFamily="49" charset="0"/>
                <a:ea typeface="Source Code Pro" panose="020B0509030403020204" pitchFamily="49" charset="0"/>
              </a:rPr>
              <a:t>new</a:t>
            </a:r>
            <a:r>
              <a:rPr lang="en-US" sz="1800" dirty="0">
                <a:solidFill>
                  <a:srgbClr val="000000"/>
                </a:solidFill>
                <a:effectLst/>
                <a:latin typeface="Source Code Pro" panose="020B0509030403020204" pitchFamily="49" charset="0"/>
                <a:ea typeface="Source Code Pro" panose="020B0509030403020204" pitchFamily="49" charset="0"/>
              </a:rPr>
              <a:t> </a:t>
            </a:r>
            <a:br>
              <a:rPr lang="en-US" sz="1800" dirty="0">
                <a:solidFill>
                  <a:srgbClr val="000000"/>
                </a:solidFill>
                <a:effectLst/>
                <a:latin typeface="Source Code Pro" panose="020B0509030403020204" pitchFamily="49" charset="0"/>
                <a:ea typeface="Source Code Pro" panose="020B0509030403020204" pitchFamily="49" charset="0"/>
              </a:rPr>
            </a:br>
            <a:r>
              <a:rPr lang="en-US" sz="1800" dirty="0">
                <a:solidFill>
                  <a:srgbClr val="000000"/>
                </a:solidFill>
                <a:effectLst/>
                <a:latin typeface="Source Code Pro" panose="020B0509030403020204" pitchFamily="49" charset="0"/>
                <a:ea typeface="Source Code Pro" panose="020B0509030403020204" pitchFamily="49" charset="0"/>
              </a:rPr>
              <a:t>{ </a:t>
            </a:r>
            <a:br>
              <a:rPr lang="en-US" sz="1800" dirty="0">
                <a:solidFill>
                  <a:srgbClr val="000000"/>
                </a:solidFill>
                <a:effectLst/>
                <a:latin typeface="Source Code Pro" panose="020B0509030403020204" pitchFamily="49" charset="0"/>
                <a:ea typeface="Source Code Pro" panose="020B0509030403020204" pitchFamily="49" charset="0"/>
              </a:rPr>
            </a:br>
            <a:r>
              <a:rPr lang="en-US" sz="1800" dirty="0">
                <a:solidFill>
                  <a:srgbClr val="000000"/>
                </a:solidFill>
                <a:effectLst/>
                <a:latin typeface="Source Code Pro" panose="020B0509030403020204" pitchFamily="49" charset="0"/>
                <a:ea typeface="Source Code Pro" panose="020B0509030403020204" pitchFamily="49" charset="0"/>
              </a:rPr>
              <a:t>    </a:t>
            </a:r>
            <a:r>
              <a:rPr lang="en-US" sz="1800" dirty="0" err="1">
                <a:solidFill>
                  <a:srgbClr val="000000"/>
                </a:solidFill>
                <a:effectLst/>
                <a:latin typeface="Source Code Pro" panose="020B0509030403020204" pitchFamily="49" charset="0"/>
                <a:ea typeface="Source Code Pro" panose="020B0509030403020204" pitchFamily="49" charset="0"/>
              </a:rPr>
              <a:t>e.Id</a:t>
            </a:r>
            <a:r>
              <a:rPr lang="en-US" sz="1800" dirty="0">
                <a:solidFill>
                  <a:srgbClr val="000000"/>
                </a:solidFill>
                <a:effectLst/>
                <a:latin typeface="Source Code Pro" panose="020B0509030403020204" pitchFamily="49" charset="0"/>
                <a:ea typeface="Source Code Pro" panose="020B0509030403020204" pitchFamily="49" charset="0"/>
              </a:rPr>
              <a:t>, </a:t>
            </a:r>
            <a:br>
              <a:rPr lang="en-US" sz="1800" dirty="0">
                <a:solidFill>
                  <a:srgbClr val="000000"/>
                </a:solidFill>
                <a:effectLst/>
                <a:latin typeface="Source Code Pro" panose="020B0509030403020204" pitchFamily="49" charset="0"/>
                <a:ea typeface="Source Code Pro" panose="020B0509030403020204" pitchFamily="49" charset="0"/>
              </a:rPr>
            </a:br>
            <a:r>
              <a:rPr lang="en-US" sz="1800" dirty="0">
                <a:solidFill>
                  <a:srgbClr val="000000"/>
                </a:solidFill>
                <a:effectLst/>
                <a:latin typeface="Source Code Pro" panose="020B0509030403020204" pitchFamily="49" charset="0"/>
                <a:ea typeface="Source Code Pro" panose="020B0509030403020204" pitchFamily="49" charset="0"/>
              </a:rPr>
              <a:t>    </a:t>
            </a:r>
            <a:r>
              <a:rPr lang="en-US" sz="1800" dirty="0" err="1">
                <a:solidFill>
                  <a:srgbClr val="000000"/>
                </a:solidFill>
                <a:effectLst/>
                <a:latin typeface="Source Code Pro" panose="020B0509030403020204" pitchFamily="49" charset="0"/>
                <a:ea typeface="Source Code Pro" panose="020B0509030403020204" pitchFamily="49" charset="0"/>
              </a:rPr>
              <a:t>e.LastName</a:t>
            </a:r>
            <a:r>
              <a:rPr lang="en-US" sz="1800" dirty="0">
                <a:solidFill>
                  <a:srgbClr val="000000"/>
                </a:solidFill>
                <a:effectLst/>
                <a:latin typeface="Source Code Pro" panose="020B0509030403020204" pitchFamily="49" charset="0"/>
                <a:ea typeface="Source Code Pro" panose="020B0509030403020204" pitchFamily="49" charset="0"/>
              </a:rPr>
              <a:t>, </a:t>
            </a:r>
            <a:br>
              <a:rPr lang="en-US" sz="1800" dirty="0">
                <a:solidFill>
                  <a:srgbClr val="000000"/>
                </a:solidFill>
                <a:effectLst/>
                <a:latin typeface="Source Code Pro" panose="020B0509030403020204" pitchFamily="49" charset="0"/>
                <a:ea typeface="Source Code Pro" panose="020B0509030403020204" pitchFamily="49" charset="0"/>
              </a:rPr>
            </a:br>
            <a:r>
              <a:rPr lang="en-US" sz="1800" dirty="0">
                <a:solidFill>
                  <a:srgbClr val="000000"/>
                </a:solidFill>
                <a:effectLst/>
                <a:latin typeface="Source Code Pro" panose="020B0509030403020204" pitchFamily="49" charset="0"/>
                <a:ea typeface="Source Code Pro" panose="020B0509030403020204" pitchFamily="49" charset="0"/>
              </a:rPr>
              <a:t>    </a:t>
            </a:r>
            <a:r>
              <a:rPr lang="en-US" sz="1800" dirty="0" err="1">
                <a:solidFill>
                  <a:srgbClr val="000000"/>
                </a:solidFill>
                <a:effectLst/>
                <a:latin typeface="Source Code Pro" panose="020B0509030403020204" pitchFamily="49" charset="0"/>
                <a:ea typeface="Source Code Pro" panose="020B0509030403020204" pitchFamily="49" charset="0"/>
              </a:rPr>
              <a:t>e.FirstName</a:t>
            </a:r>
            <a:r>
              <a:rPr lang="en-US" sz="1800" dirty="0">
                <a:solidFill>
                  <a:srgbClr val="000000"/>
                </a:solidFill>
                <a:effectLst/>
                <a:latin typeface="Source Code Pro" panose="020B0509030403020204" pitchFamily="49" charset="0"/>
                <a:ea typeface="Source Code Pro" panose="020B0509030403020204" pitchFamily="49" charset="0"/>
              </a:rPr>
              <a:t>, </a:t>
            </a:r>
            <a:br>
              <a:rPr lang="en-US" sz="1800" dirty="0">
                <a:solidFill>
                  <a:srgbClr val="000000"/>
                </a:solidFill>
                <a:effectLst/>
                <a:latin typeface="Source Code Pro" panose="020B0509030403020204" pitchFamily="49" charset="0"/>
                <a:ea typeface="Source Code Pro" panose="020B0509030403020204" pitchFamily="49" charset="0"/>
              </a:rPr>
            </a:br>
            <a:r>
              <a:rPr lang="en-US" sz="1800" dirty="0">
                <a:solidFill>
                  <a:srgbClr val="000000"/>
                </a:solidFill>
                <a:effectLst/>
                <a:latin typeface="Source Code Pro" panose="020B0509030403020204" pitchFamily="49" charset="0"/>
                <a:ea typeface="Source Code Pro" panose="020B0509030403020204" pitchFamily="49" charset="0"/>
              </a:rPr>
              <a:t>    </a:t>
            </a:r>
            <a:r>
              <a:rPr lang="en-US" sz="1800" dirty="0" err="1">
                <a:solidFill>
                  <a:srgbClr val="000000"/>
                </a:solidFill>
                <a:effectLst/>
                <a:latin typeface="Source Code Pro" panose="020B0509030403020204" pitchFamily="49" charset="0"/>
                <a:ea typeface="Source Code Pro" panose="020B0509030403020204" pitchFamily="49" charset="0"/>
              </a:rPr>
              <a:t>FullName</a:t>
            </a:r>
            <a:r>
              <a:rPr lang="en-US" sz="1800" dirty="0">
                <a:solidFill>
                  <a:srgbClr val="000000"/>
                </a:solidFill>
                <a:effectLst/>
                <a:latin typeface="Source Code Pro" panose="020B0509030403020204" pitchFamily="49" charset="0"/>
                <a:ea typeface="Source Code Pro" panose="020B0509030403020204" pitchFamily="49" charset="0"/>
              </a:rPr>
              <a:t> = </a:t>
            </a:r>
            <a:r>
              <a:rPr lang="en-US" sz="1800" dirty="0" err="1">
                <a:solidFill>
                  <a:srgbClr val="000000"/>
                </a:solidFill>
                <a:effectLst/>
                <a:latin typeface="Source Code Pro" panose="020B0509030403020204" pitchFamily="49" charset="0"/>
                <a:ea typeface="Source Code Pro" panose="020B0509030403020204" pitchFamily="49" charset="0"/>
              </a:rPr>
              <a:t>e.FirstName</a:t>
            </a:r>
            <a:r>
              <a:rPr lang="en-US" sz="1800" dirty="0">
                <a:solidFill>
                  <a:srgbClr val="000000"/>
                </a:solidFill>
                <a:effectLst/>
                <a:latin typeface="Source Code Pro" panose="020B0509030403020204" pitchFamily="49" charset="0"/>
                <a:ea typeface="Source Code Pro" panose="020B0509030403020204" pitchFamily="49" charset="0"/>
              </a:rPr>
              <a:t> + </a:t>
            </a:r>
            <a:r>
              <a:rPr lang="en-US" sz="1800" dirty="0">
                <a:solidFill>
                  <a:srgbClr val="B41414"/>
                </a:solidFill>
                <a:effectLst/>
                <a:latin typeface="Source Code Pro" panose="020B0509030403020204" pitchFamily="49" charset="0"/>
                <a:ea typeface="Source Code Pro" panose="020B0509030403020204" pitchFamily="49" charset="0"/>
              </a:rPr>
              <a:t>" "</a:t>
            </a:r>
            <a:r>
              <a:rPr lang="en-US" sz="1800" dirty="0">
                <a:solidFill>
                  <a:srgbClr val="000000"/>
                </a:solidFill>
                <a:effectLst/>
                <a:latin typeface="Source Code Pro" panose="020B0509030403020204" pitchFamily="49" charset="0"/>
                <a:ea typeface="Source Code Pro" panose="020B0509030403020204" pitchFamily="49" charset="0"/>
              </a:rPr>
              <a:t> + </a:t>
            </a:r>
            <a:r>
              <a:rPr lang="en-US" sz="1800" dirty="0" err="1">
                <a:solidFill>
                  <a:srgbClr val="000000"/>
                </a:solidFill>
                <a:effectLst/>
                <a:latin typeface="Source Code Pro" panose="020B0509030403020204" pitchFamily="49" charset="0"/>
                <a:ea typeface="Source Code Pro" panose="020B0509030403020204" pitchFamily="49" charset="0"/>
              </a:rPr>
              <a:t>e.LastName</a:t>
            </a:r>
            <a:r>
              <a:rPr lang="en-US" sz="1800" dirty="0">
                <a:solidFill>
                  <a:srgbClr val="000000"/>
                </a:solidFill>
                <a:effectLst/>
                <a:latin typeface="Source Code Pro" panose="020B0509030403020204" pitchFamily="49" charset="0"/>
                <a:ea typeface="Source Code Pro" panose="020B0509030403020204" pitchFamily="49" charset="0"/>
              </a:rPr>
              <a:t>, </a:t>
            </a:r>
            <a:br>
              <a:rPr lang="en-US" sz="1800" dirty="0">
                <a:solidFill>
                  <a:srgbClr val="000000"/>
                </a:solidFill>
                <a:effectLst/>
                <a:latin typeface="Source Code Pro" panose="020B0509030403020204" pitchFamily="49" charset="0"/>
                <a:ea typeface="Source Code Pro" panose="020B0509030403020204" pitchFamily="49" charset="0"/>
              </a:rPr>
            </a:br>
            <a:r>
              <a:rPr lang="en-US" sz="1800" dirty="0">
                <a:solidFill>
                  <a:srgbClr val="000000"/>
                </a:solidFill>
                <a:effectLst/>
                <a:latin typeface="Source Code Pro" panose="020B0509030403020204" pitchFamily="49" charset="0"/>
                <a:ea typeface="Source Code Pro" panose="020B0509030403020204" pitchFamily="49" charset="0"/>
              </a:rPr>
              <a:t>    </a:t>
            </a:r>
            <a:r>
              <a:rPr lang="en-US" sz="1800" dirty="0" err="1">
                <a:solidFill>
                  <a:srgbClr val="000000"/>
                </a:solidFill>
                <a:effectLst/>
                <a:latin typeface="Source Code Pro" panose="020B0509030403020204" pitchFamily="49" charset="0"/>
                <a:ea typeface="Source Code Pro" panose="020B0509030403020204" pitchFamily="49" charset="0"/>
              </a:rPr>
              <a:t>e.Title</a:t>
            </a:r>
            <a:r>
              <a:rPr lang="en-US" sz="1800" dirty="0">
                <a:solidFill>
                  <a:srgbClr val="000000"/>
                </a:solidFill>
                <a:effectLst/>
                <a:latin typeface="Source Code Pro" panose="020B0509030403020204" pitchFamily="49" charset="0"/>
                <a:ea typeface="Source Code Pro" panose="020B0509030403020204" pitchFamily="49" charset="0"/>
              </a:rPr>
              <a:t>, </a:t>
            </a:r>
            <a:br>
              <a:rPr lang="en-US" sz="1800" dirty="0">
                <a:solidFill>
                  <a:srgbClr val="000000"/>
                </a:solidFill>
                <a:effectLst/>
                <a:latin typeface="Source Code Pro" panose="020B0509030403020204" pitchFamily="49" charset="0"/>
                <a:ea typeface="Source Code Pro" panose="020B0509030403020204" pitchFamily="49" charset="0"/>
              </a:rPr>
            </a:br>
            <a:r>
              <a:rPr lang="en-US" sz="1800" dirty="0">
                <a:solidFill>
                  <a:srgbClr val="000000"/>
                </a:solidFill>
                <a:effectLst/>
                <a:latin typeface="Source Code Pro" panose="020B0509030403020204" pitchFamily="49" charset="0"/>
                <a:ea typeface="Source Code Pro" panose="020B0509030403020204" pitchFamily="49" charset="0"/>
              </a:rPr>
              <a:t>    </a:t>
            </a:r>
            <a:r>
              <a:rPr lang="en-US" sz="1800" dirty="0" err="1">
                <a:solidFill>
                  <a:srgbClr val="000000"/>
                </a:solidFill>
                <a:effectLst/>
                <a:latin typeface="Source Code Pro" panose="020B0509030403020204" pitchFamily="49" charset="0"/>
                <a:ea typeface="Source Code Pro" panose="020B0509030403020204" pitchFamily="49" charset="0"/>
              </a:rPr>
              <a:t>e.Address</a:t>
            </a:r>
            <a:r>
              <a:rPr lang="en-US" sz="1800" dirty="0">
                <a:solidFill>
                  <a:srgbClr val="000000"/>
                </a:solidFill>
                <a:effectLst/>
                <a:latin typeface="Source Code Pro" panose="020B0509030403020204" pitchFamily="49" charset="0"/>
                <a:ea typeface="Source Code Pro" panose="020B0509030403020204" pitchFamily="49" charset="0"/>
              </a:rPr>
              <a:t>, </a:t>
            </a:r>
            <a:br>
              <a:rPr lang="en-US" sz="1800" dirty="0">
                <a:solidFill>
                  <a:srgbClr val="000000"/>
                </a:solidFill>
                <a:effectLst/>
                <a:latin typeface="Source Code Pro" panose="020B0509030403020204" pitchFamily="49" charset="0"/>
                <a:ea typeface="Source Code Pro" panose="020B0509030403020204" pitchFamily="49" charset="0"/>
              </a:rPr>
            </a:br>
            <a:r>
              <a:rPr lang="en-US" sz="1800" dirty="0">
                <a:solidFill>
                  <a:srgbClr val="000000"/>
                </a:solidFill>
                <a:effectLst/>
                <a:latin typeface="Source Code Pro" panose="020B0509030403020204" pitchFamily="49" charset="0"/>
                <a:ea typeface="Source Code Pro" panose="020B0509030403020204" pitchFamily="49" charset="0"/>
              </a:rPr>
              <a:t>    </a:t>
            </a:r>
            <a:r>
              <a:rPr lang="en-US" sz="1800" dirty="0" err="1">
                <a:solidFill>
                  <a:srgbClr val="000000"/>
                </a:solidFill>
                <a:effectLst/>
                <a:latin typeface="Source Code Pro" panose="020B0509030403020204" pitchFamily="49" charset="0"/>
                <a:ea typeface="Source Code Pro" panose="020B0509030403020204" pitchFamily="49" charset="0"/>
              </a:rPr>
              <a:t>e.City</a:t>
            </a:r>
            <a:r>
              <a:rPr lang="en-US" sz="1800" dirty="0">
                <a:solidFill>
                  <a:srgbClr val="000000"/>
                </a:solidFill>
                <a:effectLst/>
                <a:latin typeface="Source Code Pro" panose="020B0509030403020204" pitchFamily="49" charset="0"/>
                <a:ea typeface="Source Code Pro" panose="020B0509030403020204" pitchFamily="49" charset="0"/>
              </a:rPr>
              <a:t>, </a:t>
            </a:r>
            <a:br>
              <a:rPr lang="en-US" sz="1800" dirty="0">
                <a:solidFill>
                  <a:srgbClr val="000000"/>
                </a:solidFill>
                <a:effectLst/>
                <a:latin typeface="Source Code Pro" panose="020B0509030403020204" pitchFamily="49" charset="0"/>
                <a:ea typeface="Source Code Pro" panose="020B0509030403020204" pitchFamily="49" charset="0"/>
              </a:rPr>
            </a:br>
            <a:r>
              <a:rPr lang="en-US" sz="1800" dirty="0">
                <a:solidFill>
                  <a:srgbClr val="000000"/>
                </a:solidFill>
                <a:effectLst/>
                <a:latin typeface="Source Code Pro" panose="020B0509030403020204" pitchFamily="49" charset="0"/>
                <a:ea typeface="Source Code Pro" panose="020B0509030403020204" pitchFamily="49" charset="0"/>
              </a:rPr>
              <a:t>    </a:t>
            </a:r>
            <a:r>
              <a:rPr lang="en-US" sz="1800" dirty="0" err="1">
                <a:solidFill>
                  <a:srgbClr val="000000"/>
                </a:solidFill>
                <a:effectLst/>
                <a:latin typeface="Source Code Pro" panose="020B0509030403020204" pitchFamily="49" charset="0"/>
                <a:ea typeface="Source Code Pro" panose="020B0509030403020204" pitchFamily="49" charset="0"/>
              </a:rPr>
              <a:t>e.State</a:t>
            </a:r>
            <a:r>
              <a:rPr lang="en-US" sz="1800" dirty="0">
                <a:solidFill>
                  <a:srgbClr val="000000"/>
                </a:solidFill>
                <a:effectLst/>
                <a:latin typeface="Source Code Pro" panose="020B0509030403020204" pitchFamily="49" charset="0"/>
                <a:ea typeface="Source Code Pro" panose="020B0509030403020204" pitchFamily="49" charset="0"/>
              </a:rPr>
              <a:t>, </a:t>
            </a:r>
            <a:br>
              <a:rPr lang="en-US" sz="1800" dirty="0">
                <a:solidFill>
                  <a:srgbClr val="000000"/>
                </a:solidFill>
                <a:effectLst/>
                <a:latin typeface="Source Code Pro" panose="020B0509030403020204" pitchFamily="49" charset="0"/>
                <a:ea typeface="Source Code Pro" panose="020B0509030403020204" pitchFamily="49" charset="0"/>
              </a:rPr>
            </a:br>
            <a:r>
              <a:rPr lang="en-US" sz="1800" dirty="0">
                <a:solidFill>
                  <a:srgbClr val="000000"/>
                </a:solidFill>
                <a:effectLst/>
                <a:latin typeface="Source Code Pro" panose="020B0509030403020204" pitchFamily="49" charset="0"/>
                <a:ea typeface="Source Code Pro" panose="020B0509030403020204" pitchFamily="49" charset="0"/>
              </a:rPr>
              <a:t>    </a:t>
            </a:r>
            <a:r>
              <a:rPr lang="en-US" sz="1800" dirty="0" err="1">
                <a:solidFill>
                  <a:srgbClr val="000000"/>
                </a:solidFill>
                <a:effectLst/>
                <a:latin typeface="Source Code Pro" panose="020B0509030403020204" pitchFamily="49" charset="0"/>
                <a:ea typeface="Source Code Pro" panose="020B0509030403020204" pitchFamily="49" charset="0"/>
              </a:rPr>
              <a:t>e.Country</a:t>
            </a:r>
            <a:r>
              <a:rPr lang="en-US" sz="1800" dirty="0">
                <a:solidFill>
                  <a:srgbClr val="000000"/>
                </a:solidFill>
                <a:effectLst/>
                <a:latin typeface="Source Code Pro" panose="020B0509030403020204" pitchFamily="49" charset="0"/>
                <a:ea typeface="Source Code Pro" panose="020B0509030403020204" pitchFamily="49" charset="0"/>
              </a:rPr>
              <a:t>, </a:t>
            </a:r>
            <a:br>
              <a:rPr lang="en-US" sz="1800" dirty="0">
                <a:solidFill>
                  <a:srgbClr val="000000"/>
                </a:solidFill>
                <a:effectLst/>
                <a:latin typeface="Source Code Pro" panose="020B0509030403020204" pitchFamily="49" charset="0"/>
                <a:ea typeface="Source Code Pro" panose="020B0509030403020204" pitchFamily="49" charset="0"/>
              </a:rPr>
            </a:br>
            <a:r>
              <a:rPr lang="en-US" sz="1800" dirty="0">
                <a:solidFill>
                  <a:srgbClr val="000000"/>
                </a:solidFill>
                <a:effectLst/>
                <a:latin typeface="Source Code Pro" panose="020B0509030403020204" pitchFamily="49" charset="0"/>
                <a:ea typeface="Source Code Pro" panose="020B0509030403020204" pitchFamily="49" charset="0"/>
              </a:rPr>
              <a:t>    </a:t>
            </a:r>
            <a:r>
              <a:rPr lang="en-US" sz="1800" dirty="0" err="1">
                <a:solidFill>
                  <a:srgbClr val="000000"/>
                </a:solidFill>
                <a:effectLst/>
                <a:latin typeface="Source Code Pro" panose="020B0509030403020204" pitchFamily="49" charset="0"/>
                <a:ea typeface="Source Code Pro" panose="020B0509030403020204" pitchFamily="49" charset="0"/>
              </a:rPr>
              <a:t>e.PostalCode</a:t>
            </a:r>
            <a:r>
              <a:rPr lang="en-US" sz="1800" dirty="0">
                <a:solidFill>
                  <a:srgbClr val="000000"/>
                </a:solidFill>
                <a:effectLst/>
                <a:latin typeface="Source Code Pro" panose="020B0509030403020204" pitchFamily="49" charset="0"/>
                <a:ea typeface="Source Code Pro" panose="020B0509030403020204" pitchFamily="49" charset="0"/>
              </a:rPr>
              <a:t>, </a:t>
            </a:r>
            <a:br>
              <a:rPr lang="en-US" sz="1800" dirty="0">
                <a:solidFill>
                  <a:srgbClr val="000000"/>
                </a:solidFill>
                <a:effectLst/>
                <a:latin typeface="Source Code Pro" panose="020B0509030403020204" pitchFamily="49" charset="0"/>
                <a:ea typeface="Source Code Pro" panose="020B0509030403020204" pitchFamily="49" charset="0"/>
              </a:rPr>
            </a:br>
            <a:r>
              <a:rPr lang="en-US" sz="1800" dirty="0">
                <a:solidFill>
                  <a:srgbClr val="000000"/>
                </a:solidFill>
                <a:effectLst/>
                <a:latin typeface="Source Code Pro" panose="020B0509030403020204" pitchFamily="49" charset="0"/>
                <a:ea typeface="Source Code Pro" panose="020B0509030403020204" pitchFamily="49" charset="0"/>
              </a:rPr>
              <a:t>    </a:t>
            </a:r>
            <a:r>
              <a:rPr lang="en-US" sz="1800" dirty="0" err="1">
                <a:solidFill>
                  <a:srgbClr val="000000"/>
                </a:solidFill>
                <a:effectLst/>
                <a:latin typeface="Source Code Pro" panose="020B0509030403020204" pitchFamily="49" charset="0"/>
                <a:ea typeface="Source Code Pro" panose="020B0509030403020204" pitchFamily="49" charset="0"/>
              </a:rPr>
              <a:t>e.Phone</a:t>
            </a:r>
            <a:r>
              <a:rPr lang="en-US" sz="1800" dirty="0">
                <a:solidFill>
                  <a:srgbClr val="000000"/>
                </a:solidFill>
                <a:effectLst/>
                <a:latin typeface="Source Code Pro" panose="020B0509030403020204" pitchFamily="49" charset="0"/>
                <a:ea typeface="Source Code Pro" panose="020B0509030403020204" pitchFamily="49" charset="0"/>
              </a:rPr>
              <a:t>, </a:t>
            </a:r>
            <a:br>
              <a:rPr lang="en-US" sz="1800" dirty="0">
                <a:solidFill>
                  <a:srgbClr val="000000"/>
                </a:solidFill>
                <a:effectLst/>
                <a:latin typeface="Source Code Pro" panose="020B0509030403020204" pitchFamily="49" charset="0"/>
                <a:ea typeface="Source Code Pro" panose="020B0509030403020204" pitchFamily="49" charset="0"/>
              </a:rPr>
            </a:br>
            <a:r>
              <a:rPr lang="en-US" sz="1800" dirty="0">
                <a:solidFill>
                  <a:srgbClr val="000000"/>
                </a:solidFill>
                <a:effectLst/>
                <a:latin typeface="Source Code Pro" panose="020B0509030403020204" pitchFamily="49" charset="0"/>
                <a:ea typeface="Source Code Pro" panose="020B0509030403020204" pitchFamily="49" charset="0"/>
              </a:rPr>
              <a:t>    </a:t>
            </a:r>
            <a:r>
              <a:rPr lang="en-US" sz="1800" dirty="0" err="1">
                <a:solidFill>
                  <a:srgbClr val="000000"/>
                </a:solidFill>
                <a:effectLst/>
                <a:latin typeface="Source Code Pro" panose="020B0509030403020204" pitchFamily="49" charset="0"/>
                <a:ea typeface="Source Code Pro" panose="020B0509030403020204" pitchFamily="49" charset="0"/>
              </a:rPr>
              <a:t>e.Fax</a:t>
            </a:r>
            <a:r>
              <a:rPr lang="en-US" sz="1800" dirty="0">
                <a:solidFill>
                  <a:srgbClr val="000000"/>
                </a:solidFill>
                <a:effectLst/>
                <a:latin typeface="Source Code Pro" panose="020B0509030403020204" pitchFamily="49" charset="0"/>
                <a:ea typeface="Source Code Pro" panose="020B0509030403020204" pitchFamily="49" charset="0"/>
              </a:rPr>
              <a:t>, </a:t>
            </a:r>
            <a:br>
              <a:rPr lang="en-US" sz="1800" dirty="0">
                <a:solidFill>
                  <a:srgbClr val="000000"/>
                </a:solidFill>
                <a:effectLst/>
                <a:latin typeface="Source Code Pro" panose="020B0509030403020204" pitchFamily="49" charset="0"/>
                <a:ea typeface="Source Code Pro" panose="020B0509030403020204" pitchFamily="49" charset="0"/>
              </a:rPr>
            </a:br>
            <a:r>
              <a:rPr lang="en-US" sz="1800" dirty="0">
                <a:solidFill>
                  <a:srgbClr val="000000"/>
                </a:solidFill>
                <a:effectLst/>
                <a:latin typeface="Source Code Pro" panose="020B0509030403020204" pitchFamily="49" charset="0"/>
                <a:ea typeface="Source Code Pro" panose="020B0509030403020204" pitchFamily="49" charset="0"/>
              </a:rPr>
              <a:t>    </a:t>
            </a:r>
            <a:r>
              <a:rPr lang="en-US" sz="1800" dirty="0" err="1">
                <a:solidFill>
                  <a:srgbClr val="000000"/>
                </a:solidFill>
                <a:effectLst/>
                <a:latin typeface="Source Code Pro" panose="020B0509030403020204" pitchFamily="49" charset="0"/>
                <a:ea typeface="Source Code Pro" panose="020B0509030403020204" pitchFamily="49" charset="0"/>
              </a:rPr>
              <a:t>e.Email</a:t>
            </a:r>
            <a:r>
              <a:rPr lang="en-US" sz="1800" dirty="0">
                <a:solidFill>
                  <a:srgbClr val="000000"/>
                </a:solidFill>
                <a:effectLst/>
                <a:latin typeface="Source Code Pro" panose="020B0509030403020204" pitchFamily="49" charset="0"/>
                <a:ea typeface="Source Code Pro" panose="020B0509030403020204" pitchFamily="49" charset="0"/>
              </a:rPr>
              <a:t> </a:t>
            </a:r>
            <a:br>
              <a:rPr lang="en-US" sz="1800" dirty="0">
                <a:solidFill>
                  <a:srgbClr val="000000"/>
                </a:solidFill>
                <a:effectLst/>
                <a:latin typeface="Source Code Pro" panose="020B0509030403020204" pitchFamily="49" charset="0"/>
                <a:ea typeface="Source Code Pro" panose="020B0509030403020204" pitchFamily="49" charset="0"/>
              </a:rPr>
            </a:br>
            <a:r>
              <a:rPr lang="en-US" sz="1800" dirty="0">
                <a:solidFill>
                  <a:srgbClr val="000000"/>
                </a:solidFill>
                <a:effectLst/>
                <a:latin typeface="Source Code Pro" panose="020B0509030403020204" pitchFamily="49" charset="0"/>
                <a:ea typeface="Source Code Pro" panose="020B0509030403020204" pitchFamily="49" charset="0"/>
              </a:rPr>
              <a:t>}</a:t>
            </a:r>
            <a:endParaRPr lang="en-US" sz="1800" dirty="0">
              <a:effectLst/>
              <a:latin typeface="Source Code Pro" panose="020B0509030403020204" pitchFamily="49" charset="0"/>
              <a:ea typeface="Source Code Pro" panose="020B0509030403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1469075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A528DC9-BB47-445C-9B13-0CD077BD9048}"/>
              </a:ext>
            </a:extLst>
          </p:cNvPr>
          <p:cNvSpPr txBox="1"/>
          <p:nvPr/>
        </p:nvSpPr>
        <p:spPr>
          <a:xfrm>
            <a:off x="2438400" y="743404"/>
            <a:ext cx="5068888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spc="300" dirty="0">
                <a:latin typeface="Montserrat SemiBold" panose="00000700000000000000" pitchFamily="50" charset="0"/>
                <a:ea typeface="Montserrat" charset="0"/>
                <a:cs typeface="Montserrat" charset="0"/>
              </a:rPr>
              <a:t>NO TRACKING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9FFE08C-0150-A24D-8F0E-E335CDBED811}"/>
              </a:ext>
            </a:extLst>
          </p:cNvPr>
          <p:cNvSpPr/>
          <p:nvPr/>
        </p:nvSpPr>
        <p:spPr>
          <a:xfrm>
            <a:off x="1588" y="-1"/>
            <a:ext cx="1536700" cy="6858001"/>
          </a:xfrm>
          <a:prstGeom prst="rect">
            <a:avLst/>
          </a:prstGeom>
          <a:solidFill>
            <a:srgbClr val="F8B4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900" dirty="0"/>
              <a:t>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9921466-6571-0DF2-AA5A-C8FE597531B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28862" y="2085888"/>
            <a:ext cx="7534275" cy="1200329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071591"/>
                </a:solidFill>
                <a:effectLst/>
                <a:latin typeface="Source Code Pro" panose="020B0509030403020204" pitchFamily="49" charset="0"/>
              </a:rPr>
              <a:t>var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Source Code Pro" panose="020B0509030403020204" pitchFamily="49" charset="0"/>
              </a:rPr>
              <a:t>albums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262626"/>
                </a:solidFill>
                <a:effectLst/>
                <a:latin typeface="Source Code Pro" panose="020B0509030403020204" pitchFamily="49" charset="0"/>
              </a:rPr>
              <a:t>=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Source Code Pro" panose="020B0509030403020204" pitchFamily="49" charset="0"/>
              </a:rPr>
              <a:t>db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rgbClr val="262626"/>
                </a:solidFill>
                <a:effectLst/>
                <a:latin typeface="Source Code Pro" panose="020B0509030403020204" pitchFamily="49" charset="0"/>
              </a:rPr>
              <a:t>.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rgbClr val="660E7A"/>
                </a:solidFill>
                <a:effectLst/>
                <a:latin typeface="Source Code Pro" panose="020B0509030403020204" pitchFamily="49" charset="0"/>
              </a:rPr>
              <a:t>Albums</a:t>
            </a:r>
            <a:b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660E7A"/>
                </a:solidFill>
                <a:effectLst/>
                <a:latin typeface="Source Code Pro" panose="020B0509030403020204" pitchFamily="49" charset="0"/>
              </a:rPr>
            </a:b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660E7A"/>
                </a:solidFill>
                <a:effectLst/>
                <a:latin typeface="Source Code Pro" panose="020B0509030403020204" pitchFamily="49" charset="0"/>
              </a:rPr>
              <a:t>   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262626"/>
                </a:solidFill>
                <a:effectLst/>
                <a:latin typeface="Source Code Pro" panose="020B0509030403020204" pitchFamily="49" charset="0"/>
              </a:rPr>
              <a:t>.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Source Code Pro" panose="020B0509030403020204" pitchFamily="49" charset="0"/>
              </a:rPr>
              <a:t>AsNoTracking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262626"/>
                </a:solidFill>
                <a:effectLst/>
                <a:latin typeface="Source Code Pro" panose="020B0509030403020204" pitchFamily="49" charset="0"/>
              </a:rPr>
              <a:t>()</a:t>
            </a:r>
            <a:b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262626"/>
                </a:solidFill>
                <a:effectLst/>
                <a:latin typeface="Source Code Pro" panose="020B0509030403020204" pitchFamily="49" charset="0"/>
              </a:rPr>
            </a:b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262626"/>
                </a:solidFill>
                <a:effectLst/>
                <a:latin typeface="Source Code Pro" panose="020B0509030403020204" pitchFamily="49" charset="0"/>
              </a:rPr>
              <a:t>    .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rgbClr val="262626"/>
                </a:solidFill>
                <a:effectLst/>
                <a:latin typeface="Source Code Pro" panose="020B0509030403020204" pitchFamily="49" charset="0"/>
              </a:rPr>
              <a:t>ToList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262626"/>
                </a:solidFill>
                <a:effectLst/>
                <a:latin typeface="Source Code Pro" panose="020B0509030403020204" pitchFamily="49" charset="0"/>
              </a:rPr>
              <a:t>();</a:t>
            </a:r>
            <a:endParaRPr kumimoji="0" lang="en-US" altLang="en-US" sz="3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4664610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A528DC9-BB47-445C-9B13-0CD077BD9048}"/>
              </a:ext>
            </a:extLst>
          </p:cNvPr>
          <p:cNvSpPr txBox="1"/>
          <p:nvPr/>
        </p:nvSpPr>
        <p:spPr>
          <a:xfrm>
            <a:off x="2438400" y="743404"/>
            <a:ext cx="5068888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spc="300" dirty="0">
                <a:latin typeface="Montserrat SemiBold" panose="00000700000000000000" pitchFamily="50" charset="0"/>
                <a:ea typeface="Montserrat" charset="0"/>
                <a:cs typeface="Montserrat" charset="0"/>
              </a:rPr>
              <a:t>NO TRACKING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9FFE08C-0150-A24D-8F0E-E335CDBED811}"/>
              </a:ext>
            </a:extLst>
          </p:cNvPr>
          <p:cNvSpPr/>
          <p:nvPr/>
        </p:nvSpPr>
        <p:spPr>
          <a:xfrm>
            <a:off x="1588" y="-1"/>
            <a:ext cx="1536700" cy="6858001"/>
          </a:xfrm>
          <a:prstGeom prst="rect">
            <a:avLst/>
          </a:prstGeom>
          <a:solidFill>
            <a:srgbClr val="F8B4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900" dirty="0"/>
              <a:t>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46387C5-384E-5E2A-7BFE-665685243FED}"/>
              </a:ext>
            </a:extLst>
          </p:cNvPr>
          <p:cNvSpPr txBox="1"/>
          <p:nvPr/>
        </p:nvSpPr>
        <p:spPr>
          <a:xfrm>
            <a:off x="1538288" y="2052769"/>
            <a:ext cx="10753358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Montserrat Medium" panose="00000600000000000000" pitchFamily="2" charset="0"/>
              </a:rPr>
              <a:t>protected override void </a:t>
            </a:r>
            <a:r>
              <a:rPr lang="en-US" sz="2000" dirty="0" err="1">
                <a:latin typeface="Montserrat Medium" panose="00000600000000000000" pitchFamily="2" charset="0"/>
              </a:rPr>
              <a:t>OnConfiguring</a:t>
            </a:r>
            <a:r>
              <a:rPr lang="en-US" sz="2000" dirty="0">
                <a:latin typeface="Montserrat Medium" panose="00000600000000000000" pitchFamily="2" charset="0"/>
              </a:rPr>
              <a:t>(</a:t>
            </a:r>
            <a:r>
              <a:rPr lang="en-US" sz="2000" dirty="0" err="1">
                <a:latin typeface="Montserrat Medium" panose="00000600000000000000" pitchFamily="2" charset="0"/>
              </a:rPr>
              <a:t>DbContextOptionsBuilder</a:t>
            </a:r>
            <a:r>
              <a:rPr lang="en-US" sz="2000" dirty="0">
                <a:latin typeface="Montserrat Medium" panose="00000600000000000000" pitchFamily="2" charset="0"/>
              </a:rPr>
              <a:t> </a:t>
            </a:r>
            <a:r>
              <a:rPr lang="en-US" sz="2000" dirty="0" err="1">
                <a:latin typeface="Montserrat Medium" panose="00000600000000000000" pitchFamily="2" charset="0"/>
              </a:rPr>
              <a:t>optionsBuilder</a:t>
            </a:r>
            <a:r>
              <a:rPr lang="en-US" sz="2000" dirty="0">
                <a:latin typeface="Montserrat Medium" panose="00000600000000000000" pitchFamily="2" charset="0"/>
              </a:rPr>
              <a:t>)</a:t>
            </a:r>
          </a:p>
          <a:p>
            <a:r>
              <a:rPr lang="en-US" sz="2000" dirty="0">
                <a:latin typeface="Montserrat Medium" panose="00000600000000000000" pitchFamily="2" charset="0"/>
              </a:rPr>
              <a:t>{</a:t>
            </a:r>
          </a:p>
          <a:p>
            <a:r>
              <a:rPr lang="en-US" sz="2000" dirty="0">
                <a:latin typeface="Montserrat Medium" panose="00000600000000000000" pitchFamily="2" charset="0"/>
              </a:rPr>
              <a:t>    </a:t>
            </a:r>
            <a:r>
              <a:rPr lang="en-US" sz="2000" dirty="0" err="1">
                <a:latin typeface="Montserrat Medium" panose="00000600000000000000" pitchFamily="2" charset="0"/>
              </a:rPr>
              <a:t>optionsBuilder</a:t>
            </a:r>
            <a:endParaRPr lang="en-US" sz="2000" dirty="0">
              <a:latin typeface="Montserrat Medium" panose="00000600000000000000" pitchFamily="2" charset="0"/>
            </a:endParaRPr>
          </a:p>
          <a:p>
            <a:r>
              <a:rPr lang="en-US" sz="2000" dirty="0">
                <a:latin typeface="Montserrat Medium" panose="00000600000000000000" pitchFamily="2" charset="0"/>
              </a:rPr>
              <a:t>       .</a:t>
            </a:r>
            <a:r>
              <a:rPr lang="en-US" sz="2000" dirty="0" err="1">
                <a:latin typeface="Montserrat Medium" panose="00000600000000000000" pitchFamily="2" charset="0"/>
              </a:rPr>
              <a:t>UseSqlServer</a:t>
            </a:r>
            <a:r>
              <a:rPr lang="en-US" sz="2000" dirty="0">
                <a:latin typeface="Montserrat Medium" panose="00000600000000000000" pitchFamily="2" charset="0"/>
              </a:rPr>
              <a:t>(ConnectionString)</a:t>
            </a:r>
          </a:p>
          <a:p>
            <a:r>
              <a:rPr lang="en-US" sz="2000" dirty="0">
                <a:latin typeface="Montserrat Medium" panose="00000600000000000000" pitchFamily="2" charset="0"/>
              </a:rPr>
              <a:t>       .</a:t>
            </a:r>
            <a:r>
              <a:rPr lang="en-US" sz="2000" dirty="0" err="1">
                <a:latin typeface="Montserrat Medium" panose="00000600000000000000" pitchFamily="2" charset="0"/>
              </a:rPr>
              <a:t>UseQueryTrackingBehavior</a:t>
            </a:r>
            <a:r>
              <a:rPr lang="en-US" sz="2000" dirty="0">
                <a:latin typeface="Montserrat Medium" panose="00000600000000000000" pitchFamily="2" charset="0"/>
              </a:rPr>
              <a:t>(</a:t>
            </a:r>
            <a:r>
              <a:rPr lang="en-US" sz="2000" dirty="0" err="1">
                <a:latin typeface="Montserrat Medium" panose="00000600000000000000" pitchFamily="2" charset="0"/>
              </a:rPr>
              <a:t>QueryTrackingBehavior.NoTracking</a:t>
            </a:r>
            <a:r>
              <a:rPr lang="en-US" sz="2000" dirty="0">
                <a:latin typeface="Montserrat Medium" panose="00000600000000000000" pitchFamily="2" charset="0"/>
              </a:rPr>
              <a:t>);</a:t>
            </a:r>
          </a:p>
          <a:p>
            <a:r>
              <a:rPr lang="en-US" sz="2000" dirty="0">
                <a:latin typeface="Montserrat Medium" panose="00000600000000000000" pitchFamily="2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66664060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A528DC9-BB47-445C-9B13-0CD077BD9048}"/>
              </a:ext>
            </a:extLst>
          </p:cNvPr>
          <p:cNvSpPr txBox="1"/>
          <p:nvPr/>
        </p:nvSpPr>
        <p:spPr>
          <a:xfrm>
            <a:off x="2438400" y="743404"/>
            <a:ext cx="752035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spc="300" dirty="0">
                <a:latin typeface="Montserrat SemiBold" panose="00000700000000000000" pitchFamily="50" charset="0"/>
                <a:ea typeface="Montserrat" charset="0"/>
                <a:cs typeface="Montserrat" charset="0"/>
              </a:rPr>
              <a:t>IDENTITY RESOLUTION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9FFE08C-0150-A24D-8F0E-E335CDBED811}"/>
              </a:ext>
            </a:extLst>
          </p:cNvPr>
          <p:cNvSpPr/>
          <p:nvPr/>
        </p:nvSpPr>
        <p:spPr>
          <a:xfrm>
            <a:off x="1588" y="-1"/>
            <a:ext cx="1536700" cy="6858001"/>
          </a:xfrm>
          <a:prstGeom prst="rect">
            <a:avLst/>
          </a:prstGeom>
          <a:solidFill>
            <a:srgbClr val="F8B4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900" dirty="0"/>
              <a:t>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5F88F15-56B8-A20D-CF6E-A307D6DC48A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28862" y="2085888"/>
            <a:ext cx="9224230" cy="1200329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071591"/>
                </a:solidFill>
                <a:effectLst/>
                <a:latin typeface="Source Code Pro" panose="020B0509030403020204" pitchFamily="49" charset="0"/>
              </a:rPr>
              <a:t>var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Source Code Pro" panose="020B0509030403020204" pitchFamily="49" charset="0"/>
              </a:rPr>
              <a:t>albums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262626"/>
                </a:solidFill>
                <a:effectLst/>
                <a:latin typeface="Source Code Pro" panose="020B0509030403020204" pitchFamily="49" charset="0"/>
              </a:rPr>
              <a:t>=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Source Code Pro" panose="020B0509030403020204" pitchFamily="49" charset="0"/>
              </a:rPr>
              <a:t>db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rgbClr val="262626"/>
                </a:solidFill>
                <a:effectLst/>
                <a:latin typeface="Source Code Pro" panose="020B0509030403020204" pitchFamily="49" charset="0"/>
              </a:rPr>
              <a:t>.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rgbClr val="660E7A"/>
                </a:solidFill>
                <a:effectLst/>
                <a:latin typeface="Source Code Pro" panose="020B0509030403020204" pitchFamily="49" charset="0"/>
              </a:rPr>
              <a:t>Albums</a:t>
            </a:r>
            <a:b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660E7A"/>
                </a:solidFill>
                <a:effectLst/>
                <a:latin typeface="Source Code Pro" panose="020B0509030403020204" pitchFamily="49" charset="0"/>
              </a:rPr>
            </a:b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660E7A"/>
                </a:solidFill>
                <a:effectLst/>
                <a:latin typeface="Source Code Pro" panose="020B0509030403020204" pitchFamily="49" charset="0"/>
              </a:rPr>
              <a:t>   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262626"/>
                </a:solidFill>
                <a:effectLst/>
                <a:latin typeface="Source Code Pro" panose="020B0509030403020204" pitchFamily="49" charset="0"/>
              </a:rPr>
              <a:t>.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Source Code Pro" panose="020B0509030403020204" pitchFamily="49" charset="0"/>
              </a:rPr>
              <a:t>AsNoTrackingWithIdentityResolution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262626"/>
                </a:solidFill>
                <a:effectLst/>
                <a:latin typeface="Source Code Pro" panose="020B0509030403020204" pitchFamily="49" charset="0"/>
              </a:rPr>
              <a:t>()</a:t>
            </a:r>
            <a:b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262626"/>
                </a:solidFill>
                <a:effectLst/>
                <a:latin typeface="Source Code Pro" panose="020B0509030403020204" pitchFamily="49" charset="0"/>
              </a:rPr>
            </a:b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262626"/>
                </a:solidFill>
                <a:effectLst/>
                <a:latin typeface="Source Code Pro" panose="020B0509030403020204" pitchFamily="49" charset="0"/>
              </a:rPr>
              <a:t>    .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rgbClr val="262626"/>
                </a:solidFill>
                <a:effectLst/>
                <a:latin typeface="Source Code Pro" panose="020B0509030403020204" pitchFamily="49" charset="0"/>
              </a:rPr>
              <a:t>ToList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262626"/>
                </a:solidFill>
                <a:effectLst/>
                <a:latin typeface="Source Code Pro" panose="020B0509030403020204" pitchFamily="49" charset="0"/>
              </a:rPr>
              <a:t>();</a:t>
            </a:r>
            <a:endParaRPr kumimoji="0" lang="en-US" altLang="en-US" sz="3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872942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A528DC9-BB47-445C-9B13-0CD077BD9048}"/>
              </a:ext>
            </a:extLst>
          </p:cNvPr>
          <p:cNvSpPr txBox="1"/>
          <p:nvPr/>
        </p:nvSpPr>
        <p:spPr>
          <a:xfrm>
            <a:off x="7737231" y="743404"/>
            <a:ext cx="4114801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spc="300" dirty="0">
                <a:latin typeface="Montserrat SemiBold" panose="00000700000000000000" pitchFamily="50" charset="0"/>
                <a:ea typeface="Montserrat" charset="0"/>
                <a:cs typeface="Montserrat" charset="0"/>
              </a:rPr>
              <a:t>EAGER LOADING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9FFE08C-0150-A24D-8F0E-E335CDBED811}"/>
              </a:ext>
            </a:extLst>
          </p:cNvPr>
          <p:cNvSpPr/>
          <p:nvPr/>
        </p:nvSpPr>
        <p:spPr>
          <a:xfrm>
            <a:off x="1588" y="-1"/>
            <a:ext cx="1536700" cy="6858001"/>
          </a:xfrm>
          <a:prstGeom prst="rect">
            <a:avLst/>
          </a:prstGeom>
          <a:solidFill>
            <a:srgbClr val="F8B4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900" dirty="0"/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ACD07C0-B346-6E64-30CB-502C757B861A}"/>
              </a:ext>
            </a:extLst>
          </p:cNvPr>
          <p:cNvSpPr txBox="1"/>
          <p:nvPr/>
        </p:nvSpPr>
        <p:spPr>
          <a:xfrm>
            <a:off x="2016368" y="1935705"/>
            <a:ext cx="9560169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0" i="0" dirty="0">
                <a:solidFill>
                  <a:srgbClr val="292929"/>
                </a:solidFill>
                <a:effectLst/>
                <a:latin typeface="Source Code Pro" panose="020B0509030403020204" pitchFamily="49" charset="0"/>
                <a:ea typeface="Source Code Pro" panose="020B0509030403020204" pitchFamily="49" charset="0"/>
              </a:rPr>
              <a:t>var </a:t>
            </a:r>
            <a:r>
              <a:rPr lang="en-US" sz="2000" b="0" i="0" dirty="0" err="1">
                <a:solidFill>
                  <a:srgbClr val="292929"/>
                </a:solidFill>
                <a:effectLst/>
                <a:latin typeface="Source Code Pro" panose="020B0509030403020204" pitchFamily="49" charset="0"/>
                <a:ea typeface="Source Code Pro" panose="020B0509030403020204" pitchFamily="49" charset="0"/>
              </a:rPr>
              <a:t>thisYearFirstDay</a:t>
            </a:r>
            <a:r>
              <a:rPr lang="en-US" sz="2000" b="0" i="0" dirty="0">
                <a:solidFill>
                  <a:srgbClr val="292929"/>
                </a:solidFill>
                <a:effectLst/>
                <a:latin typeface="Source Code Pro" panose="020B0509030403020204" pitchFamily="49" charset="0"/>
                <a:ea typeface="Source Code Pro" panose="020B0509030403020204" pitchFamily="49" charset="0"/>
              </a:rPr>
              <a:t> = new </a:t>
            </a:r>
            <a:r>
              <a:rPr lang="en-US" sz="2000" b="0" i="0" dirty="0" err="1">
                <a:solidFill>
                  <a:srgbClr val="292929"/>
                </a:solidFill>
                <a:effectLst/>
                <a:latin typeface="Source Code Pro" panose="020B0509030403020204" pitchFamily="49" charset="0"/>
                <a:ea typeface="Source Code Pro" panose="020B0509030403020204" pitchFamily="49" charset="0"/>
              </a:rPr>
              <a:t>DateTime</a:t>
            </a:r>
            <a:r>
              <a:rPr lang="en-US" sz="2000" b="0" i="0" dirty="0">
                <a:solidFill>
                  <a:srgbClr val="292929"/>
                </a:solidFill>
                <a:effectLst/>
                <a:latin typeface="Source Code Pro" panose="020B0509030403020204" pitchFamily="49" charset="0"/>
                <a:ea typeface="Source Code Pro" panose="020B0509030403020204" pitchFamily="49" charset="0"/>
              </a:rPr>
              <a:t>(</a:t>
            </a:r>
            <a:r>
              <a:rPr lang="en-US" sz="2000" b="0" i="0" dirty="0" err="1">
                <a:solidFill>
                  <a:srgbClr val="292929"/>
                </a:solidFill>
                <a:effectLst/>
                <a:latin typeface="Source Code Pro" panose="020B0509030403020204" pitchFamily="49" charset="0"/>
                <a:ea typeface="Source Code Pro" panose="020B0509030403020204" pitchFamily="49" charset="0"/>
              </a:rPr>
              <a:t>DateTime.Now.Year</a:t>
            </a:r>
            <a:r>
              <a:rPr lang="en-US" sz="2000" b="0" i="0" dirty="0">
                <a:solidFill>
                  <a:srgbClr val="292929"/>
                </a:solidFill>
                <a:effectLst/>
                <a:latin typeface="Source Code Pro" panose="020B0509030403020204" pitchFamily="49" charset="0"/>
                <a:ea typeface="Source Code Pro" panose="020B0509030403020204" pitchFamily="49" charset="0"/>
              </a:rPr>
              <a:t>, 1, 1);</a:t>
            </a:r>
          </a:p>
          <a:p>
            <a:endParaRPr lang="en-US" sz="2000" b="0" i="0" dirty="0">
              <a:solidFill>
                <a:srgbClr val="292929"/>
              </a:solidFill>
              <a:effectLst/>
              <a:latin typeface="Source Code Pro" panose="020B0509030403020204" pitchFamily="49" charset="0"/>
              <a:ea typeface="Source Code Pro" panose="020B0509030403020204" pitchFamily="49" charset="0"/>
            </a:endParaRPr>
          </a:p>
          <a:p>
            <a:r>
              <a:rPr lang="en-US" sz="2000" b="0" i="0" dirty="0">
                <a:solidFill>
                  <a:srgbClr val="292929"/>
                </a:solidFill>
                <a:effectLst/>
                <a:latin typeface="Source Code Pro" panose="020B0509030403020204" pitchFamily="49" charset="0"/>
                <a:ea typeface="Source Code Pro" panose="020B0509030403020204" pitchFamily="49" charset="0"/>
              </a:rPr>
              <a:t>var </a:t>
            </a:r>
            <a:r>
              <a:rPr lang="en-US" sz="2000" b="0" i="0" dirty="0" err="1">
                <a:solidFill>
                  <a:srgbClr val="292929"/>
                </a:solidFill>
                <a:effectLst/>
                <a:latin typeface="Source Code Pro" panose="020B0509030403020204" pitchFamily="49" charset="0"/>
                <a:ea typeface="Source Code Pro" panose="020B0509030403020204" pitchFamily="49" charset="0"/>
              </a:rPr>
              <a:t>thisYearInvoices</a:t>
            </a:r>
            <a:r>
              <a:rPr lang="en-US" sz="2000" b="0" i="0" dirty="0">
                <a:solidFill>
                  <a:srgbClr val="292929"/>
                </a:solidFill>
                <a:effectLst/>
                <a:latin typeface="Source Code Pro" panose="020B0509030403020204" pitchFamily="49" charset="0"/>
                <a:ea typeface="Source Code Pro" panose="020B0509030403020204" pitchFamily="49" charset="0"/>
              </a:rPr>
              <a:t> = </a:t>
            </a:r>
            <a:r>
              <a:rPr lang="en-US" sz="2000" b="0" i="0" dirty="0" err="1">
                <a:solidFill>
                  <a:srgbClr val="292929"/>
                </a:solidFill>
                <a:effectLst/>
                <a:latin typeface="Source Code Pro" panose="020B0509030403020204" pitchFamily="49" charset="0"/>
                <a:ea typeface="Source Code Pro" panose="020B0509030403020204" pitchFamily="49" charset="0"/>
              </a:rPr>
              <a:t>context.Invoices</a:t>
            </a:r>
            <a:br>
              <a:rPr lang="en-US" sz="2000" dirty="0">
                <a:latin typeface="Source Code Pro" panose="020B0509030403020204" pitchFamily="49" charset="0"/>
                <a:ea typeface="Source Code Pro" panose="020B0509030403020204" pitchFamily="49" charset="0"/>
              </a:rPr>
            </a:br>
            <a:r>
              <a:rPr lang="en-US" sz="20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    </a:t>
            </a:r>
            <a:r>
              <a:rPr lang="en-US" sz="2000" b="0" i="0" dirty="0">
                <a:solidFill>
                  <a:srgbClr val="292929"/>
                </a:solidFill>
                <a:effectLst/>
                <a:latin typeface="Source Code Pro" panose="020B0509030403020204" pitchFamily="49" charset="0"/>
                <a:ea typeface="Source Code Pro" panose="020B0509030403020204" pitchFamily="49" charset="0"/>
              </a:rPr>
              <a:t>.Include(i =&gt; </a:t>
            </a:r>
            <a:r>
              <a:rPr lang="en-US" sz="2000" b="0" i="0" dirty="0" err="1">
                <a:solidFill>
                  <a:srgbClr val="292929"/>
                </a:solidFill>
                <a:effectLst/>
                <a:latin typeface="Source Code Pro" panose="020B0509030403020204" pitchFamily="49" charset="0"/>
                <a:ea typeface="Source Code Pro" panose="020B0509030403020204" pitchFamily="49" charset="0"/>
              </a:rPr>
              <a:t>i.Customer</a:t>
            </a:r>
            <a:r>
              <a:rPr lang="en-US" sz="2000" b="0" i="0" dirty="0">
                <a:solidFill>
                  <a:srgbClr val="292929"/>
                </a:solidFill>
                <a:effectLst/>
                <a:latin typeface="Source Code Pro" panose="020B0509030403020204" pitchFamily="49" charset="0"/>
                <a:ea typeface="Source Code Pro" panose="020B0509030403020204" pitchFamily="49" charset="0"/>
              </a:rPr>
              <a:t>)</a:t>
            </a:r>
            <a:br>
              <a:rPr lang="en-US" sz="2000" dirty="0">
                <a:latin typeface="Source Code Pro" panose="020B0509030403020204" pitchFamily="49" charset="0"/>
                <a:ea typeface="Source Code Pro" panose="020B0509030403020204" pitchFamily="49" charset="0"/>
              </a:rPr>
            </a:br>
            <a:r>
              <a:rPr lang="en-US" sz="20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    </a:t>
            </a:r>
            <a:r>
              <a:rPr lang="en-US" sz="2000" b="0" i="0" dirty="0">
                <a:solidFill>
                  <a:srgbClr val="292929"/>
                </a:solidFill>
                <a:effectLst/>
                <a:latin typeface="Source Code Pro" panose="020B0509030403020204" pitchFamily="49" charset="0"/>
                <a:ea typeface="Source Code Pro" panose="020B0509030403020204" pitchFamily="49" charset="0"/>
              </a:rPr>
              <a:t>.Where(i =&gt; </a:t>
            </a:r>
            <a:r>
              <a:rPr lang="en-US" sz="2000" b="0" i="0" dirty="0" err="1">
                <a:solidFill>
                  <a:srgbClr val="292929"/>
                </a:solidFill>
                <a:effectLst/>
                <a:latin typeface="Source Code Pro" panose="020B0509030403020204" pitchFamily="49" charset="0"/>
                <a:ea typeface="Source Code Pro" panose="020B0509030403020204" pitchFamily="49" charset="0"/>
              </a:rPr>
              <a:t>i.</a:t>
            </a:r>
            <a:r>
              <a:rPr lang="en-US" sz="2000" dirty="0" err="1">
                <a:solidFill>
                  <a:srgbClr val="292929"/>
                </a:solidFill>
                <a:latin typeface="Source Code Pro" panose="020B0509030403020204" pitchFamily="49" charset="0"/>
                <a:ea typeface="Source Code Pro" panose="020B0509030403020204" pitchFamily="49" charset="0"/>
              </a:rPr>
              <a:t>Invoice</a:t>
            </a:r>
            <a:r>
              <a:rPr lang="en-US" sz="2000" b="0" i="0" dirty="0" err="1">
                <a:solidFill>
                  <a:srgbClr val="292929"/>
                </a:solidFill>
                <a:effectLst/>
                <a:latin typeface="Source Code Pro" panose="020B0509030403020204" pitchFamily="49" charset="0"/>
                <a:ea typeface="Source Code Pro" panose="020B0509030403020204" pitchFamily="49" charset="0"/>
              </a:rPr>
              <a:t>Date</a:t>
            </a:r>
            <a:r>
              <a:rPr lang="en-US" sz="2000" b="0" i="0" dirty="0">
                <a:solidFill>
                  <a:srgbClr val="292929"/>
                </a:solidFill>
                <a:effectLst/>
                <a:latin typeface="Source Code Pro" panose="020B0509030403020204" pitchFamily="49" charset="0"/>
                <a:ea typeface="Source Code Pro" panose="020B0509030403020204" pitchFamily="49" charset="0"/>
              </a:rPr>
              <a:t> &gt; </a:t>
            </a:r>
            <a:r>
              <a:rPr lang="en-US" sz="2000" b="0" i="0" dirty="0" err="1">
                <a:solidFill>
                  <a:srgbClr val="292929"/>
                </a:solidFill>
                <a:effectLst/>
                <a:latin typeface="Source Code Pro" panose="020B0509030403020204" pitchFamily="49" charset="0"/>
                <a:ea typeface="Source Code Pro" panose="020B0509030403020204" pitchFamily="49" charset="0"/>
              </a:rPr>
              <a:t>thisYearFirstDay</a:t>
            </a:r>
            <a:r>
              <a:rPr lang="en-US" sz="2000" b="0" i="0" dirty="0">
                <a:solidFill>
                  <a:srgbClr val="292929"/>
                </a:solidFill>
                <a:effectLst/>
                <a:latin typeface="Source Code Pro" panose="020B0509030403020204" pitchFamily="49" charset="0"/>
                <a:ea typeface="Source Code Pro" panose="020B0509030403020204" pitchFamily="49" charset="0"/>
              </a:rPr>
              <a:t>);</a:t>
            </a:r>
            <a:endParaRPr lang="en-US" sz="2000" dirty="0">
              <a:latin typeface="Source Code Pro" panose="020B0509030403020204" pitchFamily="49" charset="0"/>
              <a:ea typeface="Source Code Pro" panose="020B0509030403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2274589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A528DC9-BB47-445C-9B13-0CD077BD9048}"/>
              </a:ext>
            </a:extLst>
          </p:cNvPr>
          <p:cNvSpPr txBox="1"/>
          <p:nvPr/>
        </p:nvSpPr>
        <p:spPr>
          <a:xfrm>
            <a:off x="2455985" y="743404"/>
            <a:ext cx="939604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spc="300" dirty="0">
                <a:latin typeface="Montserrat SemiBold" panose="00000700000000000000" pitchFamily="50" charset="0"/>
                <a:ea typeface="Montserrat" charset="0"/>
                <a:cs typeface="Montserrat" charset="0"/>
              </a:rPr>
              <a:t>THE PROBLEM WITH LAZY LOADING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9FFE08C-0150-A24D-8F0E-E335CDBED811}"/>
              </a:ext>
            </a:extLst>
          </p:cNvPr>
          <p:cNvSpPr/>
          <p:nvPr/>
        </p:nvSpPr>
        <p:spPr>
          <a:xfrm>
            <a:off x="1588" y="-1"/>
            <a:ext cx="1536700" cy="6858001"/>
          </a:xfrm>
          <a:prstGeom prst="rect">
            <a:avLst/>
          </a:prstGeom>
          <a:solidFill>
            <a:srgbClr val="F8B4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900" dirty="0"/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ACD07C0-B346-6E64-30CB-502C757B861A}"/>
              </a:ext>
            </a:extLst>
          </p:cNvPr>
          <p:cNvSpPr txBox="1"/>
          <p:nvPr/>
        </p:nvSpPr>
        <p:spPr>
          <a:xfrm>
            <a:off x="1852246" y="1935705"/>
            <a:ext cx="10093569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0" i="0" dirty="0">
                <a:solidFill>
                  <a:srgbClr val="292929"/>
                </a:solidFill>
                <a:effectLst/>
                <a:latin typeface="Source Code Pro" panose="020B0509030403020204" pitchFamily="49" charset="0"/>
                <a:ea typeface="Source Code Pro" panose="020B0509030403020204" pitchFamily="49" charset="0"/>
              </a:rPr>
              <a:t>var </a:t>
            </a:r>
            <a:r>
              <a:rPr lang="en-US" sz="2000" b="0" i="0" dirty="0" err="1">
                <a:solidFill>
                  <a:srgbClr val="292929"/>
                </a:solidFill>
                <a:effectLst/>
                <a:latin typeface="Source Code Pro" panose="020B0509030403020204" pitchFamily="49" charset="0"/>
                <a:ea typeface="Source Code Pro" panose="020B0509030403020204" pitchFamily="49" charset="0"/>
              </a:rPr>
              <a:t>thisYearFirstDay</a:t>
            </a:r>
            <a:r>
              <a:rPr lang="en-US" sz="2000" b="0" i="0" dirty="0">
                <a:solidFill>
                  <a:srgbClr val="292929"/>
                </a:solidFill>
                <a:effectLst/>
                <a:latin typeface="Source Code Pro" panose="020B0509030403020204" pitchFamily="49" charset="0"/>
                <a:ea typeface="Source Code Pro" panose="020B0509030403020204" pitchFamily="49" charset="0"/>
              </a:rPr>
              <a:t> = new </a:t>
            </a:r>
            <a:r>
              <a:rPr lang="en-US" sz="2000" b="0" i="0" dirty="0" err="1">
                <a:solidFill>
                  <a:srgbClr val="292929"/>
                </a:solidFill>
                <a:effectLst/>
                <a:latin typeface="Source Code Pro" panose="020B0509030403020204" pitchFamily="49" charset="0"/>
                <a:ea typeface="Source Code Pro" panose="020B0509030403020204" pitchFamily="49" charset="0"/>
              </a:rPr>
              <a:t>DateTime</a:t>
            </a:r>
            <a:r>
              <a:rPr lang="en-US" sz="2000" b="0" i="0" dirty="0">
                <a:solidFill>
                  <a:srgbClr val="292929"/>
                </a:solidFill>
                <a:effectLst/>
                <a:latin typeface="Source Code Pro" panose="020B0509030403020204" pitchFamily="49" charset="0"/>
                <a:ea typeface="Source Code Pro" panose="020B0509030403020204" pitchFamily="49" charset="0"/>
              </a:rPr>
              <a:t>(</a:t>
            </a:r>
            <a:r>
              <a:rPr lang="en-US" sz="2000" b="0" i="0" dirty="0" err="1">
                <a:solidFill>
                  <a:srgbClr val="292929"/>
                </a:solidFill>
                <a:effectLst/>
                <a:latin typeface="Source Code Pro" panose="020B0509030403020204" pitchFamily="49" charset="0"/>
                <a:ea typeface="Source Code Pro" panose="020B0509030403020204" pitchFamily="49" charset="0"/>
              </a:rPr>
              <a:t>DateTime.Now.Year</a:t>
            </a:r>
            <a:r>
              <a:rPr lang="en-US" sz="2000" b="0" i="0" dirty="0">
                <a:solidFill>
                  <a:srgbClr val="292929"/>
                </a:solidFill>
                <a:effectLst/>
                <a:latin typeface="Source Code Pro" panose="020B0509030403020204" pitchFamily="49" charset="0"/>
                <a:ea typeface="Source Code Pro" panose="020B0509030403020204" pitchFamily="49" charset="0"/>
              </a:rPr>
              <a:t>, 1, 1);</a:t>
            </a:r>
          </a:p>
          <a:p>
            <a:r>
              <a:rPr lang="en-US" sz="2000" b="0" i="0" dirty="0">
                <a:solidFill>
                  <a:srgbClr val="292929"/>
                </a:solidFill>
                <a:effectLst/>
                <a:latin typeface="Source Code Pro" panose="020B0509030403020204" pitchFamily="49" charset="0"/>
                <a:ea typeface="Source Code Pro" panose="020B0509030403020204" pitchFamily="49" charset="0"/>
              </a:rPr>
              <a:t>var </a:t>
            </a:r>
            <a:r>
              <a:rPr lang="en-US" sz="2000" b="0" i="0" dirty="0" err="1">
                <a:solidFill>
                  <a:srgbClr val="292929"/>
                </a:solidFill>
                <a:effectLst/>
                <a:latin typeface="Source Code Pro" panose="020B0509030403020204" pitchFamily="49" charset="0"/>
                <a:ea typeface="Source Code Pro" panose="020B0509030403020204" pitchFamily="49" charset="0"/>
              </a:rPr>
              <a:t>thisYear</a:t>
            </a:r>
            <a:r>
              <a:rPr lang="en-US" sz="2000" dirty="0" err="1">
                <a:solidFill>
                  <a:srgbClr val="292929"/>
                </a:solidFill>
                <a:latin typeface="Source Code Pro" panose="020B0509030403020204" pitchFamily="49" charset="0"/>
                <a:ea typeface="Source Code Pro" panose="020B0509030403020204" pitchFamily="49" charset="0"/>
              </a:rPr>
              <a:t>Invoice</a:t>
            </a:r>
            <a:r>
              <a:rPr lang="en-US" sz="2000" b="0" i="0" dirty="0" err="1">
                <a:solidFill>
                  <a:srgbClr val="292929"/>
                </a:solidFill>
                <a:effectLst/>
                <a:latin typeface="Source Code Pro" panose="020B0509030403020204" pitchFamily="49" charset="0"/>
                <a:ea typeface="Source Code Pro" panose="020B0509030403020204" pitchFamily="49" charset="0"/>
              </a:rPr>
              <a:t>s</a:t>
            </a:r>
            <a:r>
              <a:rPr lang="en-US" sz="2000" b="0" i="0" dirty="0">
                <a:solidFill>
                  <a:srgbClr val="292929"/>
                </a:solidFill>
                <a:effectLst/>
                <a:latin typeface="Source Code Pro" panose="020B0509030403020204" pitchFamily="49" charset="0"/>
                <a:ea typeface="Source Code Pro" panose="020B0509030403020204" pitchFamily="49" charset="0"/>
              </a:rPr>
              <a:t> = </a:t>
            </a:r>
            <a:r>
              <a:rPr lang="en-US" sz="2000" b="0" i="0" dirty="0" err="1">
                <a:solidFill>
                  <a:srgbClr val="292929"/>
                </a:solidFill>
                <a:effectLst/>
                <a:latin typeface="Source Code Pro" panose="020B0509030403020204" pitchFamily="49" charset="0"/>
                <a:ea typeface="Source Code Pro" panose="020B0509030403020204" pitchFamily="49" charset="0"/>
              </a:rPr>
              <a:t>context.Invoices</a:t>
            </a:r>
            <a:endParaRPr lang="en-US" sz="2000" b="0" i="0" dirty="0">
              <a:solidFill>
                <a:srgbClr val="292929"/>
              </a:solidFill>
              <a:effectLst/>
              <a:latin typeface="Source Code Pro" panose="020B0509030403020204" pitchFamily="49" charset="0"/>
              <a:ea typeface="Source Code Pro" panose="020B0509030403020204" pitchFamily="49" charset="0"/>
            </a:endParaRPr>
          </a:p>
          <a:p>
            <a:r>
              <a:rPr lang="en-US" sz="2000" b="0" i="0" dirty="0">
                <a:solidFill>
                  <a:srgbClr val="292929"/>
                </a:solidFill>
                <a:effectLst/>
                <a:latin typeface="Source Code Pro" panose="020B0509030403020204" pitchFamily="49" charset="0"/>
                <a:ea typeface="Source Code Pro" panose="020B0509030403020204" pitchFamily="49" charset="0"/>
              </a:rPr>
              <a:t>   .Where(i =&gt; i.</a:t>
            </a:r>
            <a:r>
              <a:rPr lang="en-US" sz="2000" dirty="0">
                <a:solidFill>
                  <a:srgbClr val="292929"/>
                </a:solidFill>
                <a:latin typeface="Source Code Pro" panose="020B0509030403020204" pitchFamily="49" charset="0"/>
                <a:ea typeface="Source Code Pro" panose="020B0509030403020204" pitchFamily="49" charset="0"/>
              </a:rPr>
              <a:t> </a:t>
            </a:r>
            <a:r>
              <a:rPr lang="en-US" sz="2000" dirty="0" err="1">
                <a:solidFill>
                  <a:srgbClr val="292929"/>
                </a:solidFill>
                <a:latin typeface="Source Code Pro" panose="020B0509030403020204" pitchFamily="49" charset="0"/>
                <a:ea typeface="Source Code Pro" panose="020B0509030403020204" pitchFamily="49" charset="0"/>
              </a:rPr>
              <a:t>Invoice</a:t>
            </a:r>
            <a:r>
              <a:rPr lang="en-US" sz="2000" b="0" i="0" dirty="0" err="1">
                <a:solidFill>
                  <a:srgbClr val="292929"/>
                </a:solidFill>
                <a:effectLst/>
                <a:latin typeface="Source Code Pro" panose="020B0509030403020204" pitchFamily="49" charset="0"/>
                <a:ea typeface="Source Code Pro" panose="020B0509030403020204" pitchFamily="49" charset="0"/>
              </a:rPr>
              <a:t>Date</a:t>
            </a:r>
            <a:r>
              <a:rPr lang="en-US" sz="2000" b="0" i="0" dirty="0">
                <a:solidFill>
                  <a:srgbClr val="292929"/>
                </a:solidFill>
                <a:effectLst/>
                <a:latin typeface="Source Code Pro" panose="020B0509030403020204" pitchFamily="49" charset="0"/>
                <a:ea typeface="Source Code Pro" panose="020B0509030403020204" pitchFamily="49" charset="0"/>
              </a:rPr>
              <a:t> &gt; </a:t>
            </a:r>
            <a:r>
              <a:rPr lang="en-US" sz="2000" b="0" i="0" dirty="0" err="1">
                <a:solidFill>
                  <a:srgbClr val="292929"/>
                </a:solidFill>
                <a:effectLst/>
                <a:latin typeface="Source Code Pro" panose="020B0509030403020204" pitchFamily="49" charset="0"/>
                <a:ea typeface="Source Code Pro" panose="020B0509030403020204" pitchFamily="49" charset="0"/>
              </a:rPr>
              <a:t>thisYearFirstDay</a:t>
            </a:r>
            <a:r>
              <a:rPr lang="en-US" sz="2000" b="0" i="0" dirty="0">
                <a:solidFill>
                  <a:srgbClr val="292929"/>
                </a:solidFill>
                <a:effectLst/>
                <a:latin typeface="Source Code Pro" panose="020B0509030403020204" pitchFamily="49" charset="0"/>
                <a:ea typeface="Source Code Pro" panose="020B0509030403020204" pitchFamily="49" charset="0"/>
              </a:rPr>
              <a:t>);</a:t>
            </a:r>
          </a:p>
          <a:p>
            <a:endParaRPr lang="en-US" sz="2000" b="0" i="0" dirty="0">
              <a:solidFill>
                <a:srgbClr val="292929"/>
              </a:solidFill>
              <a:effectLst/>
              <a:latin typeface="Source Code Pro" panose="020B0509030403020204" pitchFamily="49" charset="0"/>
              <a:ea typeface="Source Code Pro" panose="020B0509030403020204" pitchFamily="49" charset="0"/>
            </a:endParaRPr>
          </a:p>
          <a:p>
            <a:r>
              <a:rPr lang="en-US" sz="2000" b="0" i="0" dirty="0">
                <a:solidFill>
                  <a:srgbClr val="292929"/>
                </a:solidFill>
                <a:effectLst/>
                <a:latin typeface="Source Code Pro" panose="020B0509030403020204" pitchFamily="49" charset="0"/>
                <a:ea typeface="Source Code Pro" panose="020B0509030403020204" pitchFamily="49" charset="0"/>
              </a:rPr>
              <a:t>foreach (var invoice in </a:t>
            </a:r>
            <a:r>
              <a:rPr lang="en-US" sz="2000" b="0" i="0" dirty="0" err="1">
                <a:solidFill>
                  <a:srgbClr val="292929"/>
                </a:solidFill>
                <a:effectLst/>
                <a:latin typeface="Source Code Pro" panose="020B0509030403020204" pitchFamily="49" charset="0"/>
                <a:ea typeface="Source Code Pro" panose="020B0509030403020204" pitchFamily="49" charset="0"/>
              </a:rPr>
              <a:t>thisYear</a:t>
            </a:r>
            <a:r>
              <a:rPr lang="en-US" sz="2000" dirty="0" err="1">
                <a:solidFill>
                  <a:srgbClr val="292929"/>
                </a:solidFill>
                <a:latin typeface="Source Code Pro" panose="020B0509030403020204" pitchFamily="49" charset="0"/>
                <a:ea typeface="Source Code Pro" panose="020B0509030403020204" pitchFamily="49" charset="0"/>
              </a:rPr>
              <a:t>Invoice</a:t>
            </a:r>
            <a:r>
              <a:rPr lang="en-US" sz="2000" b="0" i="0" dirty="0" err="1">
                <a:solidFill>
                  <a:srgbClr val="292929"/>
                </a:solidFill>
                <a:effectLst/>
                <a:latin typeface="Source Code Pro" panose="020B0509030403020204" pitchFamily="49" charset="0"/>
                <a:ea typeface="Source Code Pro" panose="020B0509030403020204" pitchFamily="49" charset="0"/>
              </a:rPr>
              <a:t>s</a:t>
            </a:r>
            <a:r>
              <a:rPr lang="en-US" sz="2000" b="0" i="0" dirty="0">
                <a:solidFill>
                  <a:srgbClr val="292929"/>
                </a:solidFill>
                <a:effectLst/>
                <a:latin typeface="Source Code Pro" panose="020B0509030403020204" pitchFamily="49" charset="0"/>
                <a:ea typeface="Source Code Pro" panose="020B0509030403020204" pitchFamily="49" charset="0"/>
              </a:rPr>
              <a:t>)</a:t>
            </a:r>
          </a:p>
          <a:p>
            <a:r>
              <a:rPr lang="en-US" sz="2000" b="0" i="0" dirty="0">
                <a:solidFill>
                  <a:srgbClr val="292929"/>
                </a:solidFill>
                <a:effectLst/>
                <a:latin typeface="Source Code Pro" panose="020B0509030403020204" pitchFamily="49" charset="0"/>
                <a:ea typeface="Source Code Pro" panose="020B0509030403020204" pitchFamily="49" charset="0"/>
              </a:rPr>
              <a:t>{</a:t>
            </a:r>
          </a:p>
          <a:p>
            <a:r>
              <a:rPr lang="en-US" sz="2000" b="0" i="0" dirty="0">
                <a:solidFill>
                  <a:srgbClr val="292929"/>
                </a:solidFill>
                <a:effectLst/>
                <a:latin typeface="Source Code Pro" panose="020B0509030403020204" pitchFamily="49" charset="0"/>
                <a:ea typeface="Source Code Pro" panose="020B0509030403020204" pitchFamily="49" charset="0"/>
              </a:rPr>
              <a:t>    </a:t>
            </a:r>
            <a:r>
              <a:rPr lang="en-US" sz="2000" b="0" i="0" dirty="0" err="1">
                <a:solidFill>
                  <a:srgbClr val="292929"/>
                </a:solidFill>
                <a:effectLst/>
                <a:latin typeface="Source Code Pro" panose="020B0509030403020204" pitchFamily="49" charset="0"/>
                <a:ea typeface="Source Code Pro" panose="020B0509030403020204" pitchFamily="49" charset="0"/>
              </a:rPr>
              <a:t>Console.WriteLine</a:t>
            </a:r>
            <a:r>
              <a:rPr lang="en-US" sz="2000" b="0" i="0" dirty="0">
                <a:solidFill>
                  <a:srgbClr val="292929"/>
                </a:solidFill>
                <a:effectLst/>
                <a:latin typeface="Source Code Pro" panose="020B0509030403020204" pitchFamily="49" charset="0"/>
                <a:ea typeface="Source Code Pro" panose="020B0509030403020204" pitchFamily="49" charset="0"/>
              </a:rPr>
              <a:t>($"{</a:t>
            </a:r>
            <a:r>
              <a:rPr lang="en-US" sz="2000" b="0" i="0" dirty="0" err="1">
                <a:solidFill>
                  <a:srgbClr val="292929"/>
                </a:solidFill>
                <a:effectLst/>
                <a:latin typeface="Source Code Pro" panose="020B0509030403020204" pitchFamily="49" charset="0"/>
                <a:ea typeface="Source Code Pro" panose="020B0509030403020204" pitchFamily="49" charset="0"/>
              </a:rPr>
              <a:t>invoice.Id</a:t>
            </a:r>
            <a:r>
              <a:rPr lang="en-US" sz="2000" b="0" i="0" dirty="0">
                <a:solidFill>
                  <a:srgbClr val="292929"/>
                </a:solidFill>
                <a:effectLst/>
                <a:latin typeface="Source Code Pro" panose="020B0509030403020204" pitchFamily="49" charset="0"/>
                <a:ea typeface="Source Code Pro" panose="020B0509030403020204" pitchFamily="49" charset="0"/>
              </a:rPr>
              <a:t>} {</a:t>
            </a:r>
            <a:r>
              <a:rPr lang="en-US" sz="2000" b="0" i="0" dirty="0" err="1">
                <a:solidFill>
                  <a:srgbClr val="292929"/>
                </a:solidFill>
                <a:effectLst/>
                <a:latin typeface="Source Code Pro" panose="020B0509030403020204" pitchFamily="49" charset="0"/>
                <a:ea typeface="Source Code Pro" panose="020B0509030403020204" pitchFamily="49" charset="0"/>
              </a:rPr>
              <a:t>invoice.</a:t>
            </a:r>
            <a:r>
              <a:rPr lang="en-US" sz="2000" dirty="0" err="1">
                <a:solidFill>
                  <a:srgbClr val="292929"/>
                </a:solidFill>
                <a:latin typeface="Source Code Pro" panose="020B0509030403020204" pitchFamily="49" charset="0"/>
                <a:ea typeface="Source Code Pro" panose="020B0509030403020204" pitchFamily="49" charset="0"/>
              </a:rPr>
              <a:t>Invoice</a:t>
            </a:r>
            <a:r>
              <a:rPr lang="en-US" sz="2000" b="0" i="0" dirty="0" err="1">
                <a:solidFill>
                  <a:srgbClr val="292929"/>
                </a:solidFill>
                <a:effectLst/>
                <a:latin typeface="Source Code Pro" panose="020B0509030403020204" pitchFamily="49" charset="0"/>
                <a:ea typeface="Source Code Pro" panose="020B0509030403020204" pitchFamily="49" charset="0"/>
              </a:rPr>
              <a:t>Date</a:t>
            </a:r>
            <a:r>
              <a:rPr lang="en-US" sz="2000" b="0" i="0" dirty="0">
                <a:solidFill>
                  <a:srgbClr val="292929"/>
                </a:solidFill>
                <a:effectLst/>
                <a:latin typeface="Source Code Pro" panose="020B0509030403020204" pitchFamily="49" charset="0"/>
                <a:ea typeface="Source Code Pro" panose="020B0509030403020204" pitchFamily="49" charset="0"/>
              </a:rPr>
              <a:t>} 			   	{</a:t>
            </a:r>
            <a:r>
              <a:rPr lang="en-US" sz="2000" b="0" i="0" dirty="0" err="1">
                <a:solidFill>
                  <a:srgbClr val="292929"/>
                </a:solidFill>
                <a:effectLst/>
                <a:latin typeface="Source Code Pro" panose="020B0509030403020204" pitchFamily="49" charset="0"/>
                <a:ea typeface="Source Code Pro" panose="020B0509030403020204" pitchFamily="49" charset="0"/>
              </a:rPr>
              <a:t>invoice.Customer.Company</a:t>
            </a:r>
            <a:r>
              <a:rPr lang="en-US" sz="2000" b="0" i="0" dirty="0">
                <a:solidFill>
                  <a:srgbClr val="292929"/>
                </a:solidFill>
                <a:effectLst/>
                <a:latin typeface="Source Code Pro" panose="020B0509030403020204" pitchFamily="49" charset="0"/>
                <a:ea typeface="Source Code Pro" panose="020B0509030403020204" pitchFamily="49" charset="0"/>
              </a:rPr>
              <a:t>}");</a:t>
            </a:r>
          </a:p>
          <a:p>
            <a:r>
              <a:rPr lang="en-US" sz="2000" b="0" i="0" dirty="0">
                <a:solidFill>
                  <a:srgbClr val="292929"/>
                </a:solidFill>
                <a:effectLst/>
                <a:latin typeface="Source Code Pro" panose="020B0509030403020204" pitchFamily="49" charset="0"/>
                <a:ea typeface="Source Code Pro" panose="020B0509030403020204" pitchFamily="49" charset="0"/>
              </a:rPr>
              <a:t>}</a:t>
            </a:r>
            <a:endParaRPr lang="en-US" sz="2000" dirty="0">
              <a:latin typeface="Source Code Pro" panose="020B0509030403020204" pitchFamily="49" charset="0"/>
              <a:ea typeface="Source Code Pro" panose="020B0509030403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1749662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89FFE08C-0150-A24D-8F0E-E335CDBED811}"/>
              </a:ext>
            </a:extLst>
          </p:cNvPr>
          <p:cNvSpPr/>
          <p:nvPr/>
        </p:nvSpPr>
        <p:spPr>
          <a:xfrm>
            <a:off x="1588" y="-1"/>
            <a:ext cx="1536700" cy="6858001"/>
          </a:xfrm>
          <a:prstGeom prst="rect">
            <a:avLst/>
          </a:prstGeom>
          <a:solidFill>
            <a:srgbClr val="F8B4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900" dirty="0"/>
              <a:t>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4A805E6-20E5-F823-EF9E-9A072505A44D}"/>
              </a:ext>
            </a:extLst>
          </p:cNvPr>
          <p:cNvSpPr txBox="1"/>
          <p:nvPr/>
        </p:nvSpPr>
        <p:spPr>
          <a:xfrm>
            <a:off x="7696174" y="743404"/>
            <a:ext cx="411480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spc="300" dirty="0">
                <a:latin typeface="Montserrat SemiBold" panose="00000700000000000000" pitchFamily="50" charset="0"/>
                <a:ea typeface="Montserrat" charset="0"/>
                <a:cs typeface="Montserrat" charset="0"/>
              </a:rPr>
              <a:t>STORED PROCS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3F0CED-FC42-776E-5740-DEFF88A43943}"/>
              </a:ext>
            </a:extLst>
          </p:cNvPr>
          <p:cNvSpPr txBox="1"/>
          <p:nvPr/>
        </p:nvSpPr>
        <p:spPr>
          <a:xfrm>
            <a:off x="1658815" y="2633801"/>
            <a:ext cx="10380785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public Artist </a:t>
            </a:r>
            <a:r>
              <a:rPr lang="en-US" sz="2000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GetById</a:t>
            </a:r>
            <a:r>
              <a:rPr lang="en-US" sz="20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(int id)</a:t>
            </a:r>
          </a:p>
          <a:p>
            <a:r>
              <a:rPr lang="en-US" sz="20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{</a:t>
            </a:r>
          </a:p>
          <a:p>
            <a:r>
              <a:rPr lang="en-US" sz="20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	var artists = </a:t>
            </a:r>
            <a:r>
              <a:rPr lang="en-US" sz="2000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context.Artists</a:t>
            </a:r>
            <a:endParaRPr lang="en-US" sz="2000" dirty="0">
              <a:latin typeface="Source Code Pro" panose="020B0509030403020204" pitchFamily="49" charset="0"/>
              <a:ea typeface="Source Code Pro" panose="020B0509030403020204" pitchFamily="49" charset="0"/>
            </a:endParaRPr>
          </a:p>
          <a:p>
            <a:r>
              <a:rPr lang="en-US" sz="20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                      .</a:t>
            </a:r>
            <a:r>
              <a:rPr lang="en-US" sz="2000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FromSql</a:t>
            </a:r>
            <a:r>
              <a:rPr lang="en-US" sz="20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($“</a:t>
            </a:r>
            <a:r>
              <a:rPr lang="en-US" sz="2000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dbo.sproc_GetArtistDetails</a:t>
            </a:r>
            <a:r>
              <a:rPr lang="en-US" sz="20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 {id}")</a:t>
            </a:r>
          </a:p>
          <a:p>
            <a:r>
              <a:rPr lang="en-US" sz="20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                      .</a:t>
            </a:r>
            <a:r>
              <a:rPr lang="en-US" sz="2000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ToList</a:t>
            </a:r>
            <a:r>
              <a:rPr lang="en-US" sz="20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();</a:t>
            </a:r>
          </a:p>
          <a:p>
            <a:endParaRPr lang="en-US" sz="2000" dirty="0">
              <a:latin typeface="Source Code Pro" panose="020B0509030403020204" pitchFamily="49" charset="0"/>
              <a:ea typeface="Source Code Pro" panose="020B0509030403020204" pitchFamily="49" charset="0"/>
            </a:endParaRPr>
          </a:p>
          <a:p>
            <a:r>
              <a:rPr lang="en-US" sz="20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    return </a:t>
            </a:r>
            <a:r>
              <a:rPr lang="en-US" sz="2000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artists.FirstOrDefault</a:t>
            </a:r>
            <a:r>
              <a:rPr lang="en-US" sz="20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();</a:t>
            </a:r>
          </a:p>
          <a:p>
            <a:r>
              <a:rPr lang="en-US" sz="20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 }</a:t>
            </a:r>
          </a:p>
        </p:txBody>
      </p:sp>
    </p:spTree>
    <p:extLst>
      <p:ext uri="{BB962C8B-B14F-4D97-AF65-F5344CB8AC3E}">
        <p14:creationId xmlns:p14="http://schemas.microsoft.com/office/powerpoint/2010/main" val="225749837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A528DC9-BB47-445C-9B13-0CD077BD9048}"/>
              </a:ext>
            </a:extLst>
          </p:cNvPr>
          <p:cNvSpPr txBox="1"/>
          <p:nvPr/>
        </p:nvSpPr>
        <p:spPr>
          <a:xfrm>
            <a:off x="2438399" y="743404"/>
            <a:ext cx="8036169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spc="300" dirty="0">
                <a:latin typeface="Montserrat SemiBold" panose="00000700000000000000" pitchFamily="50" charset="0"/>
                <a:ea typeface="Montserrat" charset="0"/>
                <a:cs typeface="Montserrat" charset="0"/>
              </a:rPr>
              <a:t>GLOBAL QUERY FILTERS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9FFE08C-0150-A24D-8F0E-E335CDBED811}"/>
              </a:ext>
            </a:extLst>
          </p:cNvPr>
          <p:cNvSpPr/>
          <p:nvPr/>
        </p:nvSpPr>
        <p:spPr>
          <a:xfrm>
            <a:off x="1588" y="-1"/>
            <a:ext cx="1536700" cy="6858001"/>
          </a:xfrm>
          <a:prstGeom prst="rect">
            <a:avLst/>
          </a:prstGeom>
          <a:solidFill>
            <a:srgbClr val="F8B4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900" dirty="0"/>
              <a:t>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50D6E6D-BA6F-9651-8968-13A41CEAC0F6}"/>
              </a:ext>
            </a:extLst>
          </p:cNvPr>
          <p:cNvSpPr/>
          <p:nvPr/>
        </p:nvSpPr>
        <p:spPr>
          <a:xfrm>
            <a:off x="1940621" y="2037834"/>
            <a:ext cx="11100130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000" dirty="0" err="1">
                <a:solidFill>
                  <a:srgbClr val="000000"/>
                </a:solidFill>
                <a:latin typeface="Source Code Pro" panose="020B0509030403020204" pitchFamily="49" charset="0"/>
                <a:ea typeface="Source Code Pro" panose="020B0509030403020204" pitchFamily="49" charset="0"/>
              </a:rPr>
              <a:t>modelBuilder.Entity</a:t>
            </a:r>
            <a:r>
              <a:rPr lang="en-US" sz="2000" dirty="0">
                <a:solidFill>
                  <a:srgbClr val="000000"/>
                </a:solidFill>
                <a:latin typeface="Source Code Pro" panose="020B0509030403020204" pitchFamily="49" charset="0"/>
                <a:ea typeface="Source Code Pro" panose="020B0509030403020204" pitchFamily="49" charset="0"/>
              </a:rPr>
              <a:t>&lt;Album&gt;().</a:t>
            </a:r>
            <a:r>
              <a:rPr lang="en-US" sz="2000" dirty="0" err="1">
                <a:solidFill>
                  <a:srgbClr val="000000"/>
                </a:solidFill>
                <a:latin typeface="Source Code Pro" panose="020B0509030403020204" pitchFamily="49" charset="0"/>
                <a:ea typeface="Source Code Pro" panose="020B0509030403020204" pitchFamily="49" charset="0"/>
              </a:rPr>
              <a:t>HasQueryFilter</a:t>
            </a:r>
            <a:r>
              <a:rPr lang="en-US" sz="2000" dirty="0">
                <a:solidFill>
                  <a:srgbClr val="000000"/>
                </a:solidFill>
                <a:latin typeface="Source Code Pro" panose="020B0509030403020204" pitchFamily="49" charset="0"/>
                <a:ea typeface="Source Code Pro" panose="020B0509030403020204" pitchFamily="49" charset="0"/>
              </a:rPr>
              <a:t>(p =&gt; !</a:t>
            </a:r>
            <a:r>
              <a:rPr lang="en-US" sz="2000" dirty="0" err="1">
                <a:solidFill>
                  <a:srgbClr val="000000"/>
                </a:solidFill>
                <a:latin typeface="Source Code Pro" panose="020B0509030403020204" pitchFamily="49" charset="0"/>
                <a:ea typeface="Source Code Pro" panose="020B0509030403020204" pitchFamily="49" charset="0"/>
              </a:rPr>
              <a:t>p.IsOutOfStock</a:t>
            </a:r>
            <a:r>
              <a:rPr lang="en-US" sz="2000" dirty="0">
                <a:solidFill>
                  <a:srgbClr val="000000"/>
                </a:solidFill>
                <a:latin typeface="Source Code Pro" panose="020B0509030403020204" pitchFamily="49" charset="0"/>
                <a:ea typeface="Source Code Pro" panose="020B0509030403020204" pitchFamily="49" charset="0"/>
              </a:rPr>
              <a:t>);</a:t>
            </a:r>
            <a:endParaRPr lang="en-US" sz="2000" dirty="0">
              <a:latin typeface="Source Code Pro" panose="020B0509030403020204" pitchFamily="49" charset="0"/>
              <a:ea typeface="Source Code Pro" panose="020B05090304030202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F7924E2-A10B-78D8-DFAF-655B7B6E2690}"/>
              </a:ext>
            </a:extLst>
          </p:cNvPr>
          <p:cNvSpPr/>
          <p:nvPr/>
        </p:nvSpPr>
        <p:spPr>
          <a:xfrm>
            <a:off x="1940621" y="2962896"/>
            <a:ext cx="887636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0000FF"/>
                </a:solidFill>
                <a:latin typeface="Source Code Pro" panose="020B0509030403020204" pitchFamily="49" charset="0"/>
                <a:ea typeface="Source Code Pro" panose="020B0509030403020204" pitchFamily="49" charset="0"/>
              </a:rPr>
              <a:t>var</a:t>
            </a:r>
            <a:r>
              <a:rPr lang="en-US" sz="2000" dirty="0">
                <a:solidFill>
                  <a:srgbClr val="000000"/>
                </a:solidFill>
                <a:latin typeface="Source Code Pro" panose="020B0509030403020204" pitchFamily="49" charset="0"/>
                <a:ea typeface="Source Code Pro" panose="020B0509030403020204" pitchFamily="49" charset="0"/>
              </a:rPr>
              <a:t> albums = </a:t>
            </a:r>
            <a:r>
              <a:rPr lang="en-US" sz="2000" dirty="0" err="1">
                <a:solidFill>
                  <a:srgbClr val="000000"/>
                </a:solidFill>
                <a:latin typeface="Source Code Pro" panose="020B0509030403020204" pitchFamily="49" charset="0"/>
                <a:ea typeface="Source Code Pro" panose="020B0509030403020204" pitchFamily="49" charset="0"/>
              </a:rPr>
              <a:t>context.Albums.Include</a:t>
            </a:r>
            <a:r>
              <a:rPr lang="en-US" sz="2000" dirty="0">
                <a:solidFill>
                  <a:srgbClr val="000000"/>
                </a:solidFill>
                <a:latin typeface="Source Code Pro" panose="020B0509030403020204" pitchFamily="49" charset="0"/>
                <a:ea typeface="Source Code Pro" panose="020B0509030403020204" pitchFamily="49" charset="0"/>
              </a:rPr>
              <a:t>(a =&gt; </a:t>
            </a:r>
            <a:r>
              <a:rPr lang="en-US" sz="2000" dirty="0" err="1">
                <a:solidFill>
                  <a:srgbClr val="000000"/>
                </a:solidFill>
                <a:latin typeface="Source Code Pro" panose="020B0509030403020204" pitchFamily="49" charset="0"/>
                <a:ea typeface="Source Code Pro" panose="020B0509030403020204" pitchFamily="49" charset="0"/>
              </a:rPr>
              <a:t>a.Tracks</a:t>
            </a:r>
            <a:r>
              <a:rPr lang="en-US" sz="2000" dirty="0">
                <a:solidFill>
                  <a:srgbClr val="000000"/>
                </a:solidFill>
                <a:latin typeface="Source Code Pro" panose="020B0509030403020204" pitchFamily="49" charset="0"/>
                <a:ea typeface="Source Code Pro" panose="020B0509030403020204" pitchFamily="49" charset="0"/>
              </a:rPr>
              <a:t>)</a:t>
            </a:r>
          </a:p>
          <a:p>
            <a:r>
              <a:rPr lang="en-US" sz="2000" dirty="0">
                <a:solidFill>
                  <a:srgbClr val="000000"/>
                </a:solidFill>
                <a:latin typeface="Source Code Pro" panose="020B0509030403020204" pitchFamily="49" charset="0"/>
                <a:ea typeface="Source Code Pro" panose="020B0509030403020204" pitchFamily="49" charset="0"/>
              </a:rPr>
              <a:t>	.Where(a =&gt; </a:t>
            </a:r>
            <a:r>
              <a:rPr lang="en-US" sz="2000" dirty="0" err="1">
                <a:solidFill>
                  <a:srgbClr val="000000"/>
                </a:solidFill>
                <a:latin typeface="Source Code Pro" panose="020B0509030403020204" pitchFamily="49" charset="0"/>
                <a:ea typeface="Source Code Pro" panose="020B0509030403020204" pitchFamily="49" charset="0"/>
              </a:rPr>
              <a:t>a.ArtistId</a:t>
            </a:r>
            <a:r>
              <a:rPr lang="en-US" sz="2000" dirty="0">
                <a:solidFill>
                  <a:srgbClr val="000000"/>
                </a:solidFill>
                <a:latin typeface="Source Code Pro" panose="020B0509030403020204" pitchFamily="49" charset="0"/>
                <a:ea typeface="Source Code Pro" panose="020B0509030403020204" pitchFamily="49" charset="0"/>
              </a:rPr>
              <a:t> == id);</a:t>
            </a:r>
            <a:endParaRPr lang="en-US" sz="2000" dirty="0">
              <a:latin typeface="Source Code Pro" panose="020B0509030403020204" pitchFamily="49" charset="0"/>
              <a:ea typeface="Source Code Pro" panose="020B050903040302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F96592A-4C96-2E43-25D1-4B850ED6B54A}"/>
              </a:ext>
            </a:extLst>
          </p:cNvPr>
          <p:cNvSpPr txBox="1"/>
          <p:nvPr/>
        </p:nvSpPr>
        <p:spPr>
          <a:xfrm>
            <a:off x="1940621" y="4195734"/>
            <a:ext cx="996416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Source Code Pro" panose="020B0509030403020204" pitchFamily="49" charset="0"/>
                <a:ea typeface="Source Code Pro" panose="020B0509030403020204" pitchFamily="49" charset="0"/>
              </a:rPr>
              <a:t>// Hide invoices older than 14 years</a:t>
            </a:r>
          </a:p>
          <a:p>
            <a:r>
              <a:rPr lang="en-US" sz="1800" dirty="0" err="1">
                <a:solidFill>
                  <a:srgbClr val="000000"/>
                </a:solidFill>
                <a:latin typeface="Source Code Pro" panose="020B0509030403020204" pitchFamily="49" charset="0"/>
                <a:ea typeface="Source Code Pro" panose="020B0509030403020204" pitchFamily="49" charset="0"/>
              </a:rPr>
              <a:t>modelBuilder.Entity</a:t>
            </a:r>
            <a:r>
              <a:rPr lang="en-US" sz="1800" dirty="0">
                <a:solidFill>
                  <a:srgbClr val="000000"/>
                </a:solidFill>
                <a:latin typeface="Source Code Pro" panose="020B0509030403020204" pitchFamily="49" charset="0"/>
                <a:ea typeface="Source Code Pro" panose="020B0509030403020204" pitchFamily="49" charset="0"/>
              </a:rPr>
              <a:t>&lt;Invoice&gt;().</a:t>
            </a:r>
            <a:endParaRPr lang="en-US" dirty="0">
              <a:latin typeface="Source Code Pro" panose="020B0509030403020204" pitchFamily="49" charset="0"/>
              <a:ea typeface="Source Code Pro" panose="020B0509030403020204" pitchFamily="49" charset="0"/>
            </a:endParaRPr>
          </a:p>
          <a:p>
            <a:r>
              <a:rPr lang="en-US" dirty="0">
                <a:latin typeface="Source Code Pro" panose="020B0509030403020204" pitchFamily="49" charset="0"/>
                <a:ea typeface="Source Code Pro" panose="020B0509030403020204" pitchFamily="49" charset="0"/>
              </a:rPr>
              <a:t>   .</a:t>
            </a:r>
            <a:r>
              <a:rPr lang="en-US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HasQueryFilter</a:t>
            </a:r>
            <a:r>
              <a:rPr lang="en-US" dirty="0">
                <a:latin typeface="Source Code Pro" panose="020B0509030403020204" pitchFamily="49" charset="0"/>
                <a:ea typeface="Source Code Pro" panose="020B0509030403020204" pitchFamily="49" charset="0"/>
              </a:rPr>
              <a:t>(i =&gt; </a:t>
            </a:r>
            <a:r>
              <a:rPr lang="en-US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i.InvoiceDate</a:t>
            </a:r>
            <a:r>
              <a:rPr lang="en-US" dirty="0">
                <a:latin typeface="Source Code Pro" panose="020B0509030403020204" pitchFamily="49" charset="0"/>
                <a:ea typeface="Source Code Pro" panose="020B0509030403020204" pitchFamily="49" charset="0"/>
              </a:rPr>
              <a:t> &gt; </a:t>
            </a:r>
            <a:r>
              <a:rPr lang="en-US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DateTime.Now.AddYears</a:t>
            </a:r>
            <a:r>
              <a:rPr lang="en-US" dirty="0">
                <a:latin typeface="Source Code Pro" panose="020B0509030403020204" pitchFamily="49" charset="0"/>
                <a:ea typeface="Source Code Pro" panose="020B0509030403020204" pitchFamily="49" charset="0"/>
              </a:rPr>
              <a:t>(-14));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9C8C513-6113-D637-8CF0-1EB4F528FF0A}"/>
              </a:ext>
            </a:extLst>
          </p:cNvPr>
          <p:cNvSpPr/>
          <p:nvPr/>
        </p:nvSpPr>
        <p:spPr>
          <a:xfrm>
            <a:off x="1940621" y="5367017"/>
            <a:ext cx="9905548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0000FF"/>
                </a:solidFill>
                <a:latin typeface="Source Code Pro" panose="020B0509030403020204" pitchFamily="49" charset="0"/>
                <a:ea typeface="Source Code Pro" panose="020B0509030403020204" pitchFamily="49" charset="0"/>
              </a:rPr>
              <a:t>var</a:t>
            </a:r>
            <a:r>
              <a:rPr lang="en-US" sz="2000" dirty="0">
                <a:solidFill>
                  <a:srgbClr val="000000"/>
                </a:solidFill>
                <a:latin typeface="Source Code Pro" panose="020B0509030403020204" pitchFamily="49" charset="0"/>
                <a:ea typeface="Source Code Pro" panose="020B0509030403020204" pitchFamily="49" charset="0"/>
              </a:rPr>
              <a:t> invoices = </a:t>
            </a:r>
            <a:r>
              <a:rPr lang="en-US" sz="2000" dirty="0" err="1">
                <a:solidFill>
                  <a:srgbClr val="000000"/>
                </a:solidFill>
                <a:latin typeface="Source Code Pro" panose="020B0509030403020204" pitchFamily="49" charset="0"/>
                <a:ea typeface="Source Code Pro" panose="020B0509030403020204" pitchFamily="49" charset="0"/>
              </a:rPr>
              <a:t>context.Invoices.Include</a:t>
            </a:r>
            <a:r>
              <a:rPr lang="en-US" sz="2000" dirty="0">
                <a:solidFill>
                  <a:srgbClr val="000000"/>
                </a:solidFill>
                <a:latin typeface="Source Code Pro" panose="020B0509030403020204" pitchFamily="49" charset="0"/>
                <a:ea typeface="Source Code Pro" panose="020B0509030403020204" pitchFamily="49" charset="0"/>
              </a:rPr>
              <a:t>(i =&gt; </a:t>
            </a:r>
            <a:r>
              <a:rPr lang="en-US" sz="2000" dirty="0" err="1">
                <a:solidFill>
                  <a:srgbClr val="000000"/>
                </a:solidFill>
                <a:latin typeface="Source Code Pro" panose="020B0509030403020204" pitchFamily="49" charset="0"/>
                <a:ea typeface="Source Code Pro" panose="020B0509030403020204" pitchFamily="49" charset="0"/>
              </a:rPr>
              <a:t>i.InvoiceLines</a:t>
            </a:r>
            <a:r>
              <a:rPr lang="en-US" sz="2000" dirty="0">
                <a:solidFill>
                  <a:srgbClr val="000000"/>
                </a:solidFill>
                <a:latin typeface="Source Code Pro" panose="020B0509030403020204" pitchFamily="49" charset="0"/>
                <a:ea typeface="Source Code Pro" panose="020B0509030403020204" pitchFamily="49" charset="0"/>
              </a:rPr>
              <a:t>)</a:t>
            </a:r>
          </a:p>
          <a:p>
            <a:r>
              <a:rPr lang="en-US" sz="2000" dirty="0">
                <a:solidFill>
                  <a:srgbClr val="000000"/>
                </a:solidFill>
                <a:latin typeface="Source Code Pro" panose="020B0509030403020204" pitchFamily="49" charset="0"/>
                <a:ea typeface="Source Code Pro" panose="020B0509030403020204" pitchFamily="49" charset="0"/>
              </a:rPr>
              <a:t>	.Where(i =&gt; </a:t>
            </a:r>
            <a:r>
              <a:rPr lang="en-US" sz="2000" dirty="0" err="1">
                <a:solidFill>
                  <a:srgbClr val="000000"/>
                </a:solidFill>
                <a:latin typeface="Source Code Pro" panose="020B0509030403020204" pitchFamily="49" charset="0"/>
                <a:ea typeface="Source Code Pro" panose="020B0509030403020204" pitchFamily="49" charset="0"/>
              </a:rPr>
              <a:t>i.CustomerId</a:t>
            </a:r>
            <a:r>
              <a:rPr lang="en-US" sz="2000" dirty="0">
                <a:solidFill>
                  <a:srgbClr val="000000"/>
                </a:solidFill>
                <a:latin typeface="Source Code Pro" panose="020B0509030403020204" pitchFamily="49" charset="0"/>
                <a:ea typeface="Source Code Pro" panose="020B0509030403020204" pitchFamily="49" charset="0"/>
              </a:rPr>
              <a:t> == id);</a:t>
            </a:r>
            <a:endParaRPr lang="en-US" sz="2000" dirty="0">
              <a:latin typeface="Source Code Pro" panose="020B0509030403020204" pitchFamily="49" charset="0"/>
              <a:ea typeface="Source Code Pro" panose="020B0509030403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411944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  <p:bldP spid="6" grpId="0"/>
      <p:bldP spid="7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485D234-DAC8-0C4A-A1F3-1C6ED7A18865}"/>
              </a:ext>
            </a:extLst>
          </p:cNvPr>
          <p:cNvSpPr/>
          <p:nvPr/>
        </p:nvSpPr>
        <p:spPr>
          <a:xfrm>
            <a:off x="1588" y="-5667"/>
            <a:ext cx="11163300" cy="6863667"/>
          </a:xfrm>
          <a:prstGeom prst="rect">
            <a:avLst/>
          </a:prstGeom>
          <a:solidFill>
            <a:srgbClr val="F8B4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900" dirty="0"/>
              <a:t>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71C10FE-8A1F-469B-8D3B-1FC57061B846}"/>
              </a:ext>
            </a:extLst>
          </p:cNvPr>
          <p:cNvSpPr txBox="1"/>
          <p:nvPr/>
        </p:nvSpPr>
        <p:spPr>
          <a:xfrm>
            <a:off x="7487444" y="3834874"/>
            <a:ext cx="321468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spc="300" dirty="0">
                <a:latin typeface="Montserrat SemiBold" panose="00000700000000000000" pitchFamily="50" charset="0"/>
                <a:ea typeface="Montserrat" charset="0"/>
                <a:cs typeface="Montserrat" charset="0"/>
              </a:rPr>
              <a:t>.NET</a:t>
            </a:r>
          </a:p>
        </p:txBody>
      </p:sp>
      <p:pic>
        <p:nvPicPr>
          <p:cNvPr id="13" name="Picture 12" descr="Icon&#10;&#10;Description automatically generated">
            <a:extLst>
              <a:ext uri="{FF2B5EF4-FFF2-40B4-BE49-F238E27FC236}">
                <a16:creationId xmlns:a16="http://schemas.microsoft.com/office/drawing/2014/main" id="{742362DA-35A5-82CC-C8B8-92450ED013B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5709" y="1366024"/>
            <a:ext cx="4977614" cy="52343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367778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A528DC9-BB47-445C-9B13-0CD077BD9048}"/>
              </a:ext>
            </a:extLst>
          </p:cNvPr>
          <p:cNvSpPr txBox="1"/>
          <p:nvPr/>
        </p:nvSpPr>
        <p:spPr>
          <a:xfrm>
            <a:off x="2438400" y="743404"/>
            <a:ext cx="5068888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spc="300" dirty="0">
                <a:latin typeface="Montserrat SemiBold" panose="00000700000000000000" pitchFamily="50" charset="0"/>
                <a:ea typeface="Montserrat" charset="0"/>
                <a:cs typeface="Montserrat" charset="0"/>
              </a:rPr>
              <a:t>CODE CORRECTLY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9FFE08C-0150-A24D-8F0E-E335CDBED811}"/>
              </a:ext>
            </a:extLst>
          </p:cNvPr>
          <p:cNvSpPr/>
          <p:nvPr/>
        </p:nvSpPr>
        <p:spPr>
          <a:xfrm>
            <a:off x="1588" y="-1"/>
            <a:ext cx="1536700" cy="6858001"/>
          </a:xfrm>
          <a:prstGeom prst="rect">
            <a:avLst/>
          </a:prstGeom>
          <a:solidFill>
            <a:srgbClr val="F8B4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900" dirty="0"/>
              <a:t>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C3F4155-C7DB-B365-BB3B-524000458D7D}"/>
              </a:ext>
            </a:extLst>
          </p:cNvPr>
          <p:cNvSpPr txBox="1"/>
          <p:nvPr/>
        </p:nvSpPr>
        <p:spPr>
          <a:xfrm>
            <a:off x="2538046" y="1787769"/>
            <a:ext cx="9161585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Source Code Pro" panose="020B0509030403020204" pitchFamily="49" charset="0"/>
                <a:ea typeface="Source Code Pro" panose="020B0509030403020204" pitchFamily="49" charset="0"/>
              </a:rPr>
              <a:t>private </a:t>
            </a:r>
            <a:r>
              <a:rPr lang="en-US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readonly</a:t>
            </a:r>
            <a:r>
              <a:rPr lang="en-US" dirty="0">
                <a:latin typeface="Source Code Pro" panose="020B0509030403020204" pitchFamily="49" charset="0"/>
                <a:ea typeface="Source Code Pro" panose="020B0509030403020204" pitchFamily="49" charset="0"/>
              </a:rPr>
              <a:t> </a:t>
            </a:r>
            <a:r>
              <a:rPr lang="en-US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ChinookDbContext</a:t>
            </a:r>
            <a:r>
              <a:rPr lang="en-US" dirty="0">
                <a:latin typeface="Source Code Pro" panose="020B0509030403020204" pitchFamily="49" charset="0"/>
                <a:ea typeface="Source Code Pro" panose="020B0509030403020204" pitchFamily="49" charset="0"/>
              </a:rPr>
              <a:t> _context;</a:t>
            </a:r>
          </a:p>
          <a:p>
            <a:r>
              <a:rPr lang="en-US" dirty="0">
                <a:latin typeface="Source Code Pro" panose="020B0509030403020204" pitchFamily="49" charset="0"/>
                <a:ea typeface="Source Code Pro" panose="020B0509030403020204" pitchFamily="49" charset="0"/>
              </a:rPr>
              <a:t>var </a:t>
            </a:r>
            <a:r>
              <a:rPr lang="en-US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albumsData</a:t>
            </a:r>
            <a:r>
              <a:rPr lang="en-US" dirty="0">
                <a:latin typeface="Source Code Pro" panose="020B0509030403020204" pitchFamily="49" charset="0"/>
                <a:ea typeface="Source Code Pro" panose="020B0509030403020204" pitchFamily="49" charset="0"/>
              </a:rPr>
              <a:t> = _</a:t>
            </a:r>
            <a:r>
              <a:rPr lang="en-US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context.Albums</a:t>
            </a:r>
            <a:r>
              <a:rPr lang="en-US" dirty="0">
                <a:latin typeface="Source Code Pro" panose="020B0509030403020204" pitchFamily="49" charset="0"/>
                <a:ea typeface="Source Code Pro" panose="020B0509030403020204" pitchFamily="49" charset="0"/>
              </a:rPr>
              <a:t>;</a:t>
            </a:r>
          </a:p>
          <a:p>
            <a:endParaRPr lang="en-US" dirty="0">
              <a:latin typeface="Source Code Pro" panose="020B0509030403020204" pitchFamily="49" charset="0"/>
              <a:ea typeface="Source Code Pro" panose="020B0509030403020204" pitchFamily="49" charset="0"/>
            </a:endParaRPr>
          </a:p>
          <a:p>
            <a:r>
              <a:rPr lang="en-US" dirty="0">
                <a:latin typeface="Source Code Pro" panose="020B0509030403020204" pitchFamily="49" charset="0"/>
                <a:ea typeface="Source Code Pro" panose="020B0509030403020204" pitchFamily="49" charset="0"/>
              </a:rPr>
              <a:t>for (int i = 0; i &lt; </a:t>
            </a:r>
            <a:r>
              <a:rPr lang="en-US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albumsData.Count</a:t>
            </a:r>
            <a:r>
              <a:rPr lang="en-US" dirty="0">
                <a:latin typeface="Source Code Pro" panose="020B0509030403020204" pitchFamily="49" charset="0"/>
                <a:ea typeface="Source Code Pro" panose="020B0509030403020204" pitchFamily="49" charset="0"/>
              </a:rPr>
              <a:t>(); i++)</a:t>
            </a:r>
          </a:p>
          <a:p>
            <a:r>
              <a:rPr lang="en-US" dirty="0">
                <a:latin typeface="Source Code Pro" panose="020B0509030403020204" pitchFamily="49" charset="0"/>
                <a:ea typeface="Source Code Pro" panose="020B0509030403020204" pitchFamily="49" charset="0"/>
              </a:rPr>
              <a:t>{</a:t>
            </a:r>
          </a:p>
          <a:p>
            <a:r>
              <a:rPr lang="en-US" dirty="0">
                <a:latin typeface="Source Code Pro" panose="020B0509030403020204" pitchFamily="49" charset="0"/>
                <a:ea typeface="Source Code Pro" panose="020B0509030403020204" pitchFamily="49" charset="0"/>
              </a:rPr>
              <a:t>    _</a:t>
            </a:r>
            <a:r>
              <a:rPr lang="en-US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Response.Items.Add</a:t>
            </a:r>
            <a:r>
              <a:rPr lang="en-US" dirty="0">
                <a:latin typeface="Source Code Pro" panose="020B0509030403020204" pitchFamily="49" charset="0"/>
                <a:ea typeface="Source Code Pro" panose="020B0509030403020204" pitchFamily="49" charset="0"/>
              </a:rPr>
              <a:t>(new </a:t>
            </a:r>
            <a:r>
              <a:rPr lang="en-US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Models.Items</a:t>
            </a:r>
            <a:endParaRPr lang="en-US" dirty="0">
              <a:latin typeface="Source Code Pro" panose="020B0509030403020204" pitchFamily="49" charset="0"/>
              <a:ea typeface="Source Code Pro" panose="020B0509030403020204" pitchFamily="49" charset="0"/>
            </a:endParaRPr>
          </a:p>
          <a:p>
            <a:r>
              <a:rPr lang="en-US" dirty="0">
                <a:latin typeface="Source Code Pro" panose="020B0509030403020204" pitchFamily="49" charset="0"/>
                <a:ea typeface="Source Code Pro" panose="020B0509030403020204" pitchFamily="49" charset="0"/>
              </a:rPr>
              <a:t>        {</a:t>
            </a:r>
          </a:p>
          <a:p>
            <a:r>
              <a:rPr lang="en-US" dirty="0">
                <a:latin typeface="Source Code Pro" panose="020B0509030403020204" pitchFamily="49" charset="0"/>
                <a:ea typeface="Source Code Pro" panose="020B0509030403020204" pitchFamily="49" charset="0"/>
              </a:rPr>
              <a:t>            Name = </a:t>
            </a:r>
            <a:r>
              <a:rPr lang="en-US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albumsData.ToList</a:t>
            </a:r>
            <a:r>
              <a:rPr lang="en-US" dirty="0">
                <a:latin typeface="Source Code Pro" panose="020B0509030403020204" pitchFamily="49" charset="0"/>
                <a:ea typeface="Source Code Pro" panose="020B0509030403020204" pitchFamily="49" charset="0"/>
              </a:rPr>
              <a:t>()[i].Name,</a:t>
            </a:r>
          </a:p>
          <a:p>
            <a:r>
              <a:rPr lang="en-US" dirty="0">
                <a:latin typeface="Source Code Pro" panose="020B0509030403020204" pitchFamily="49" charset="0"/>
                <a:ea typeface="Source Code Pro" panose="020B0509030403020204" pitchFamily="49" charset="0"/>
              </a:rPr>
              <a:t>            ....</a:t>
            </a:r>
          </a:p>
          <a:p>
            <a:r>
              <a:rPr lang="en-US" dirty="0">
                <a:latin typeface="Source Code Pro" panose="020B0509030403020204" pitchFamily="49" charset="0"/>
                <a:ea typeface="Source Code Pro" panose="020B0509030403020204" pitchFamily="49" charset="0"/>
              </a:rPr>
              <a:t>            Created = (</a:t>
            </a:r>
            <a:r>
              <a:rPr lang="en-US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DateTime</a:t>
            </a:r>
            <a:r>
              <a:rPr lang="en-US" dirty="0">
                <a:latin typeface="Source Code Pro" panose="020B0509030403020204" pitchFamily="49" charset="0"/>
                <a:ea typeface="Source Code Pro" panose="020B0509030403020204" pitchFamily="49" charset="0"/>
              </a:rPr>
              <a:t>) </a:t>
            </a:r>
            <a:r>
              <a:rPr lang="en-US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albumsData.ToList</a:t>
            </a:r>
            <a:r>
              <a:rPr lang="en-US" dirty="0">
                <a:latin typeface="Source Code Pro" panose="020B0509030403020204" pitchFamily="49" charset="0"/>
                <a:ea typeface="Source Code Pro" panose="020B0509030403020204" pitchFamily="49" charset="0"/>
              </a:rPr>
              <a:t>()[i].Created,</a:t>
            </a:r>
          </a:p>
          <a:p>
            <a:r>
              <a:rPr lang="en-US" dirty="0">
                <a:latin typeface="Source Code Pro" panose="020B0509030403020204" pitchFamily="49" charset="0"/>
                <a:ea typeface="Source Code Pro" panose="020B0509030403020204" pitchFamily="49" charset="0"/>
              </a:rPr>
              <a:t>            Updated = (</a:t>
            </a:r>
            <a:r>
              <a:rPr lang="en-US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DateTime</a:t>
            </a:r>
            <a:r>
              <a:rPr lang="en-US" dirty="0">
                <a:latin typeface="Source Code Pro" panose="020B0509030403020204" pitchFamily="49" charset="0"/>
                <a:ea typeface="Source Code Pro" panose="020B0509030403020204" pitchFamily="49" charset="0"/>
              </a:rPr>
              <a:t>) </a:t>
            </a:r>
            <a:r>
              <a:rPr lang="en-US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albumsData.ToList</a:t>
            </a:r>
            <a:r>
              <a:rPr lang="en-US" dirty="0">
                <a:latin typeface="Source Code Pro" panose="020B0509030403020204" pitchFamily="49" charset="0"/>
                <a:ea typeface="Source Code Pro" panose="020B0509030403020204" pitchFamily="49" charset="0"/>
              </a:rPr>
              <a:t>()[i].Updated</a:t>
            </a:r>
          </a:p>
          <a:p>
            <a:r>
              <a:rPr lang="en-US" dirty="0">
                <a:latin typeface="Source Code Pro" panose="020B0509030403020204" pitchFamily="49" charset="0"/>
                <a:ea typeface="Source Code Pro" panose="020B0509030403020204" pitchFamily="49" charset="0"/>
              </a:rPr>
              <a:t>        });</a:t>
            </a:r>
          </a:p>
          <a:p>
            <a:r>
              <a:rPr lang="en-US" dirty="0">
                <a:latin typeface="Source Code Pro" panose="020B0509030403020204" pitchFamily="49" charset="0"/>
                <a:ea typeface="Source Code Pro" panose="020B050903040302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56176543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A528DC9-BB47-445C-9B13-0CD077BD9048}"/>
              </a:ext>
            </a:extLst>
          </p:cNvPr>
          <p:cNvSpPr txBox="1"/>
          <p:nvPr/>
        </p:nvSpPr>
        <p:spPr>
          <a:xfrm>
            <a:off x="2438400" y="743404"/>
            <a:ext cx="5068888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spc="300" dirty="0">
                <a:latin typeface="Montserrat SemiBold" panose="00000700000000000000" pitchFamily="50" charset="0"/>
                <a:ea typeface="Montserrat" charset="0"/>
                <a:cs typeface="Montserrat" charset="0"/>
              </a:rPr>
              <a:t>CODE CORRECTLY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9FFE08C-0150-A24D-8F0E-E335CDBED811}"/>
              </a:ext>
            </a:extLst>
          </p:cNvPr>
          <p:cNvSpPr/>
          <p:nvPr/>
        </p:nvSpPr>
        <p:spPr>
          <a:xfrm>
            <a:off x="1588" y="-1"/>
            <a:ext cx="1536700" cy="6858001"/>
          </a:xfrm>
          <a:prstGeom prst="rect">
            <a:avLst/>
          </a:prstGeom>
          <a:solidFill>
            <a:srgbClr val="F8B4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900" dirty="0"/>
              <a:t>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C3F4155-C7DB-B365-BB3B-524000458D7D}"/>
              </a:ext>
            </a:extLst>
          </p:cNvPr>
          <p:cNvSpPr txBox="1"/>
          <p:nvPr/>
        </p:nvSpPr>
        <p:spPr>
          <a:xfrm>
            <a:off x="2538046" y="1787769"/>
            <a:ext cx="9161585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Source Code Pro" panose="020B0509030403020204" pitchFamily="49" charset="0"/>
                <a:ea typeface="Source Code Pro" panose="020B0509030403020204" pitchFamily="49" charset="0"/>
              </a:rPr>
              <a:t>private </a:t>
            </a:r>
            <a:r>
              <a:rPr lang="en-US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readonly</a:t>
            </a:r>
            <a:r>
              <a:rPr lang="en-US" dirty="0">
                <a:latin typeface="Source Code Pro" panose="020B0509030403020204" pitchFamily="49" charset="0"/>
                <a:ea typeface="Source Code Pro" panose="020B0509030403020204" pitchFamily="49" charset="0"/>
              </a:rPr>
              <a:t> </a:t>
            </a:r>
            <a:r>
              <a:rPr lang="en-US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ChinookDbContext</a:t>
            </a:r>
            <a:r>
              <a:rPr lang="en-US" dirty="0">
                <a:latin typeface="Source Code Pro" panose="020B0509030403020204" pitchFamily="49" charset="0"/>
                <a:ea typeface="Source Code Pro" panose="020B0509030403020204" pitchFamily="49" charset="0"/>
              </a:rPr>
              <a:t> _context;</a:t>
            </a:r>
          </a:p>
          <a:p>
            <a:r>
              <a:rPr lang="en-US" dirty="0">
                <a:latin typeface="Source Code Pro" panose="020B0509030403020204" pitchFamily="49" charset="0"/>
                <a:ea typeface="Source Code Pro" panose="020B0509030403020204" pitchFamily="49" charset="0"/>
              </a:rPr>
              <a:t>var </a:t>
            </a:r>
            <a:r>
              <a:rPr lang="en-US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albumsData</a:t>
            </a:r>
            <a:r>
              <a:rPr lang="en-US" dirty="0">
                <a:latin typeface="Source Code Pro" panose="020B0509030403020204" pitchFamily="49" charset="0"/>
                <a:ea typeface="Source Code Pro" panose="020B0509030403020204" pitchFamily="49" charset="0"/>
              </a:rPr>
              <a:t> = _</a:t>
            </a:r>
            <a:r>
              <a:rPr lang="en-US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context.Albums.ToList</a:t>
            </a:r>
            <a:r>
              <a:rPr lang="en-US" dirty="0">
                <a:latin typeface="Source Code Pro" panose="020B0509030403020204" pitchFamily="49" charset="0"/>
                <a:ea typeface="Source Code Pro" panose="020B0509030403020204" pitchFamily="49" charset="0"/>
              </a:rPr>
              <a:t>();</a:t>
            </a:r>
          </a:p>
          <a:p>
            <a:endParaRPr lang="en-US" dirty="0">
              <a:latin typeface="Source Code Pro" panose="020B0509030403020204" pitchFamily="49" charset="0"/>
              <a:ea typeface="Source Code Pro" panose="020B0509030403020204" pitchFamily="49" charset="0"/>
            </a:endParaRPr>
          </a:p>
          <a:p>
            <a:r>
              <a:rPr lang="en-US" dirty="0">
                <a:latin typeface="Source Code Pro" panose="020B0509030403020204" pitchFamily="49" charset="0"/>
                <a:ea typeface="Source Code Pro" panose="020B0509030403020204" pitchFamily="49" charset="0"/>
              </a:rPr>
              <a:t>foreach (var album in </a:t>
            </a:r>
            <a:r>
              <a:rPr lang="en-US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albumsData</a:t>
            </a:r>
            <a:r>
              <a:rPr lang="en-US" dirty="0">
                <a:latin typeface="Source Code Pro" panose="020B0509030403020204" pitchFamily="49" charset="0"/>
                <a:ea typeface="Source Code Pro" panose="020B0509030403020204" pitchFamily="49" charset="0"/>
              </a:rPr>
              <a:t>)</a:t>
            </a:r>
          </a:p>
          <a:p>
            <a:r>
              <a:rPr lang="en-US" dirty="0">
                <a:latin typeface="Source Code Pro" panose="020B0509030403020204" pitchFamily="49" charset="0"/>
                <a:ea typeface="Source Code Pro" panose="020B0509030403020204" pitchFamily="49" charset="0"/>
              </a:rPr>
              <a:t>{</a:t>
            </a:r>
          </a:p>
          <a:p>
            <a:r>
              <a:rPr lang="en-US" dirty="0">
                <a:latin typeface="Source Code Pro" panose="020B0509030403020204" pitchFamily="49" charset="0"/>
                <a:ea typeface="Source Code Pro" panose="020B0509030403020204" pitchFamily="49" charset="0"/>
              </a:rPr>
              <a:t>    _</a:t>
            </a:r>
            <a:r>
              <a:rPr lang="en-US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Response.Albums.Add</a:t>
            </a:r>
            <a:r>
              <a:rPr lang="en-US" dirty="0">
                <a:latin typeface="Source Code Pro" panose="020B0509030403020204" pitchFamily="49" charset="0"/>
                <a:ea typeface="Source Code Pro" panose="020B0509030403020204" pitchFamily="49" charset="0"/>
              </a:rPr>
              <a:t>(new </a:t>
            </a:r>
            <a:r>
              <a:rPr lang="en-US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Models.Items</a:t>
            </a:r>
            <a:endParaRPr lang="en-US" dirty="0">
              <a:latin typeface="Source Code Pro" panose="020B0509030403020204" pitchFamily="49" charset="0"/>
              <a:ea typeface="Source Code Pro" panose="020B0509030403020204" pitchFamily="49" charset="0"/>
            </a:endParaRPr>
          </a:p>
          <a:p>
            <a:r>
              <a:rPr lang="en-US" dirty="0">
                <a:latin typeface="Source Code Pro" panose="020B0509030403020204" pitchFamily="49" charset="0"/>
                <a:ea typeface="Source Code Pro" panose="020B0509030403020204" pitchFamily="49" charset="0"/>
              </a:rPr>
              <a:t>    {</a:t>
            </a:r>
          </a:p>
          <a:p>
            <a:r>
              <a:rPr lang="en-US" dirty="0">
                <a:latin typeface="Source Code Pro" panose="020B0509030403020204" pitchFamily="49" charset="0"/>
                <a:ea typeface="Source Code Pro" panose="020B0509030403020204" pitchFamily="49" charset="0"/>
              </a:rPr>
              <a:t>        Name = </a:t>
            </a:r>
            <a:r>
              <a:rPr lang="en-US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album.Name</a:t>
            </a:r>
            <a:r>
              <a:rPr lang="en-US" dirty="0">
                <a:latin typeface="Source Code Pro" panose="020B0509030403020204" pitchFamily="49" charset="0"/>
                <a:ea typeface="Source Code Pro" panose="020B0509030403020204" pitchFamily="49" charset="0"/>
              </a:rPr>
              <a:t>,</a:t>
            </a:r>
          </a:p>
          <a:p>
            <a:r>
              <a:rPr lang="en-US" dirty="0">
                <a:latin typeface="Source Code Pro" panose="020B0509030403020204" pitchFamily="49" charset="0"/>
                <a:ea typeface="Source Code Pro" panose="020B0509030403020204" pitchFamily="49" charset="0"/>
              </a:rPr>
              <a:t>        ....</a:t>
            </a:r>
          </a:p>
          <a:p>
            <a:r>
              <a:rPr lang="en-US" dirty="0">
                <a:latin typeface="Source Code Pro" panose="020B0509030403020204" pitchFamily="49" charset="0"/>
                <a:ea typeface="Source Code Pro" panose="020B0509030403020204" pitchFamily="49" charset="0"/>
              </a:rPr>
              <a:t>        Created = (</a:t>
            </a:r>
            <a:r>
              <a:rPr lang="en-US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DateTime</a:t>
            </a:r>
            <a:r>
              <a:rPr lang="en-US" dirty="0">
                <a:latin typeface="Source Code Pro" panose="020B0509030403020204" pitchFamily="49" charset="0"/>
                <a:ea typeface="Source Code Pro" panose="020B0509030403020204" pitchFamily="49" charset="0"/>
              </a:rPr>
              <a:t>)</a:t>
            </a:r>
            <a:r>
              <a:rPr lang="en-US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album.Created</a:t>
            </a:r>
            <a:r>
              <a:rPr lang="en-US" dirty="0">
                <a:latin typeface="Source Code Pro" panose="020B0509030403020204" pitchFamily="49" charset="0"/>
                <a:ea typeface="Source Code Pro" panose="020B0509030403020204" pitchFamily="49" charset="0"/>
              </a:rPr>
              <a:t>,</a:t>
            </a:r>
          </a:p>
          <a:p>
            <a:r>
              <a:rPr lang="en-US" dirty="0">
                <a:latin typeface="Source Code Pro" panose="020B0509030403020204" pitchFamily="49" charset="0"/>
                <a:ea typeface="Source Code Pro" panose="020B0509030403020204" pitchFamily="49" charset="0"/>
              </a:rPr>
              <a:t>        Updated = (</a:t>
            </a:r>
            <a:r>
              <a:rPr lang="en-US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DateTime</a:t>
            </a:r>
            <a:r>
              <a:rPr lang="en-US" dirty="0">
                <a:latin typeface="Source Code Pro" panose="020B0509030403020204" pitchFamily="49" charset="0"/>
                <a:ea typeface="Source Code Pro" panose="020B0509030403020204" pitchFamily="49" charset="0"/>
              </a:rPr>
              <a:t>) </a:t>
            </a:r>
            <a:r>
              <a:rPr lang="en-US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album.Updated</a:t>
            </a:r>
            <a:endParaRPr lang="en-US" dirty="0">
              <a:latin typeface="Source Code Pro" panose="020B0509030403020204" pitchFamily="49" charset="0"/>
              <a:ea typeface="Source Code Pro" panose="020B0509030403020204" pitchFamily="49" charset="0"/>
            </a:endParaRPr>
          </a:p>
          <a:p>
            <a:r>
              <a:rPr lang="en-US" dirty="0">
                <a:latin typeface="Source Code Pro" panose="020B0509030403020204" pitchFamily="49" charset="0"/>
                <a:ea typeface="Source Code Pro" panose="020B0509030403020204" pitchFamily="49" charset="0"/>
              </a:rPr>
              <a:t>    });</a:t>
            </a:r>
          </a:p>
          <a:p>
            <a:r>
              <a:rPr lang="en-US" dirty="0">
                <a:latin typeface="Source Code Pro" panose="020B0509030403020204" pitchFamily="49" charset="0"/>
                <a:ea typeface="Source Code Pro" panose="020B050903040302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04934274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05C1C8-8105-A423-2BBD-9AA0D1542E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Sticky notes on a wall">
            <a:extLst>
              <a:ext uri="{FF2B5EF4-FFF2-40B4-BE49-F238E27FC236}">
                <a16:creationId xmlns:a16="http://schemas.microsoft.com/office/drawing/2014/main" id="{8B2F313C-3617-876F-887E-E5951903E53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568195" cy="685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A38BE85-2CC0-3B52-FF6D-8EB859CE3A34}"/>
              </a:ext>
            </a:extLst>
          </p:cNvPr>
          <p:cNvSpPr txBox="1"/>
          <p:nvPr/>
        </p:nvSpPr>
        <p:spPr>
          <a:xfrm>
            <a:off x="9568195" y="2699458"/>
            <a:ext cx="2623806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spc="300" dirty="0">
                <a:latin typeface="Montserrat SemiBold" panose="00000700000000000000" pitchFamily="50" charset="0"/>
                <a:ea typeface="Montserrat" charset="0"/>
                <a:cs typeface="Montserrat" charset="0"/>
              </a:rPr>
              <a:t>Other Things to Remember</a:t>
            </a:r>
          </a:p>
        </p:txBody>
      </p:sp>
    </p:spTree>
    <p:extLst>
      <p:ext uri="{BB962C8B-B14F-4D97-AF65-F5344CB8AC3E}">
        <p14:creationId xmlns:p14="http://schemas.microsoft.com/office/powerpoint/2010/main" val="183996290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9418A99-5CA8-433E-ADE7-279E5BF7050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8" name="Freeform 5">
            <a:extLst>
              <a:ext uri="{FF2B5EF4-FFF2-40B4-BE49-F238E27FC236}">
                <a16:creationId xmlns:a16="http://schemas.microsoft.com/office/drawing/2014/main" id="{87CC2527-562A-4F69-B487-4371E5B243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White">
          <a:xfrm>
            <a:off x="7488621" y="2277613"/>
            <a:ext cx="4703379" cy="4580387"/>
          </a:xfrm>
          <a:custGeom>
            <a:avLst/>
            <a:gdLst>
              <a:gd name="T0" fmla="*/ 1333 w 1333"/>
              <a:gd name="T1" fmla="*/ 1031 h 1298"/>
              <a:gd name="T2" fmla="*/ 1333 w 1333"/>
              <a:gd name="T3" fmla="*/ 380 h 1298"/>
              <a:gd name="T4" fmla="*/ 706 w 1333"/>
              <a:gd name="T5" fmla="*/ 0 h 1298"/>
              <a:gd name="T6" fmla="*/ 0 w 1333"/>
              <a:gd name="T7" fmla="*/ 706 h 1298"/>
              <a:gd name="T8" fmla="*/ 323 w 1333"/>
              <a:gd name="T9" fmla="*/ 1298 h 1298"/>
              <a:gd name="T10" fmla="*/ 1090 w 1333"/>
              <a:gd name="T11" fmla="*/ 1298 h 1298"/>
              <a:gd name="T12" fmla="*/ 1333 w 1333"/>
              <a:gd name="T13" fmla="*/ 1031 h 129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333" h="1298">
                <a:moveTo>
                  <a:pt x="1333" y="1031"/>
                </a:moveTo>
                <a:cubicBezTo>
                  <a:pt x="1333" y="380"/>
                  <a:pt x="1333" y="380"/>
                  <a:pt x="1333" y="380"/>
                </a:cubicBezTo>
                <a:cubicBezTo>
                  <a:pt x="1215" y="154"/>
                  <a:pt x="979" y="0"/>
                  <a:pt x="706" y="0"/>
                </a:cubicBezTo>
                <a:cubicBezTo>
                  <a:pt x="317" y="0"/>
                  <a:pt x="0" y="316"/>
                  <a:pt x="0" y="706"/>
                </a:cubicBezTo>
                <a:cubicBezTo>
                  <a:pt x="0" y="954"/>
                  <a:pt x="129" y="1172"/>
                  <a:pt x="323" y="1298"/>
                </a:cubicBezTo>
                <a:cubicBezTo>
                  <a:pt x="1090" y="1298"/>
                  <a:pt x="1090" y="1298"/>
                  <a:pt x="1090" y="1298"/>
                </a:cubicBezTo>
                <a:cubicBezTo>
                  <a:pt x="1193" y="1232"/>
                  <a:pt x="1276" y="1140"/>
                  <a:pt x="1333" y="1031"/>
                </a:cubicBezTo>
                <a:close/>
              </a:path>
            </a:pathLst>
          </a:custGeom>
          <a:solidFill>
            <a:schemeClr val="bg1">
              <a:alpha val="70000"/>
            </a:schemeClr>
          </a:solidFill>
          <a:ln w="50800" cap="sq" cmpd="dbl">
            <a:noFill/>
            <a:miter lim="800000"/>
          </a:ln>
          <a:effectLst/>
        </p:spPr>
        <p:txBody>
          <a:bodyPr vert="horz" lIns="91440" tIns="45720" rIns="91440" bIns="45720" rtlCol="0" anchor="t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prstClr val="white"/>
              </a:buClr>
              <a:buSzPct val="100000"/>
              <a:buFont typeface="Arial"/>
              <a:buNone/>
              <a:tabLst/>
              <a:defRPr/>
            </a:pPr>
            <a:endParaRPr kumimoji="0" lang="en-US" sz="1600" b="0" i="0" u="none" strike="noStrike" kern="1200" cap="all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arket_Deco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BB1C95A-FD2C-4B03-8EB3-A8C1017E48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22021" y="3231931"/>
            <a:ext cx="3852041" cy="1834056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4000"/>
              <a:t>Detective Tip #1 – understand query Plans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CDAEC91-5BCE-4B55-9CC0-43EF94CB73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9480331" y="5123793"/>
            <a:ext cx="935420" cy="0"/>
          </a:xfrm>
          <a:prstGeom prst="line">
            <a:avLst/>
          </a:prstGeom>
          <a:ln w="25400" cap="sq">
            <a:solidFill>
              <a:schemeClr val="tx1">
                <a:lumMod val="85000"/>
                <a:lumOff val="15000"/>
              </a:schemeClr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3001735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091D138-9D96-437E-9921-7AA17B61FA98}"/>
              </a:ext>
            </a:extLst>
          </p:cNvPr>
          <p:cNvSpPr/>
          <p:nvPr/>
        </p:nvSpPr>
        <p:spPr>
          <a:xfrm>
            <a:off x="400787" y="142540"/>
            <a:ext cx="11243920" cy="28623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SELECT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c.CustomerId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,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t.Name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 AS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TrackName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,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a.Title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 AS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AlbumName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,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ar.Name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 AS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ArtistName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,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i.InvoiceDate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arket_Deco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FROM Customer AS c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      INNER JOIN Invoice AS i ON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c.CustomerId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 =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i.CustomerId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arket_Deco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      INNER JOIN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InvoiceLine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 AS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il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 ON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i.InvoiceId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 =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il.InvoiceId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arket_Deco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      INNER JOIN Track AS t ON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il.TrackId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 =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t.TrackId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arket_Deco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      INNER JOIN Album AS a ON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t.AlbumId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 =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a.AlbumId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arket_Deco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      INNER JOIN Artist AS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ar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 ON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a.ArtistId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 =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ar.ArtistId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arket_Deco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WHERE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c.CustomerId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 = 2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ORDER BY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AlbumName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arket_Deco"/>
              <a:ea typeface="+mn-ea"/>
              <a:cs typeface="+mn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F652891-5548-4C5A-9974-960130898C9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724888"/>
            <a:ext cx="12192000" cy="25949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289642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2AFB0A1-901F-45F3-914B-4808B0A60D7F}"/>
              </a:ext>
            </a:extLst>
          </p:cNvPr>
          <p:cNvSpPr/>
          <p:nvPr/>
        </p:nvSpPr>
        <p:spPr>
          <a:xfrm>
            <a:off x="243840" y="63030"/>
            <a:ext cx="11704320" cy="31393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SELECT DISTINCT pp.[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nameFirst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] AS [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NameFirst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], pp.[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nameLast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] AS [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NameLast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],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tf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.[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franchName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] AS [Franchise]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FROM [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SeriesPost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] AS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sp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arket_Deco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INNER JOIN [Teams] AS 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	ON (sp.[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teamIDwinner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] = t.[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teamID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]) AND (sp.[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lgIDwinner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] = t.[lgID]) AND (sp.[yearID] = t.[yearID])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INNER JOIN [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TeamsFranchises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] AS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tf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arket_Deco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	ON t.[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franchID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] =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tf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.[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franchID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INNER JOIN [Pitching] AS p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	ON (t.[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teamID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] = p.[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teamID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]) AND (t.[lgID] = p.[lgID]) AND (t.[yearID] = p.[yearID])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INNER JOIN [People] AS pp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	ON p.[playerID] = pp.[playerID]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WHERE (sp.[round] = 'WS') AND (sp.[yearID] = 2018)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679176F-FFAF-4054-887C-B5B5AFAF76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392338"/>
            <a:ext cx="12192000" cy="3465662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B0199339-F740-4D4E-9805-7DA775443643}"/>
                  </a:ext>
                </a:extLst>
              </p14:cNvPr>
              <p14:cNvContentPartPr/>
              <p14:nvPr/>
            </p14:nvContentPartPr>
            <p14:xfrm>
              <a:off x="41889" y="3839132"/>
              <a:ext cx="8451720" cy="10944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B0199339-F740-4D4E-9805-7DA775443643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-12111" y="3731132"/>
                <a:ext cx="8559360" cy="325080"/>
              </a:xfrm>
              <a:prstGeom prst="rect">
                <a:avLst/>
              </a:prstGeom>
            </p:spPr>
          </p:pic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304AD498-AED8-42D7-B759-7E61F7AF6A04}"/>
              </a:ext>
            </a:extLst>
          </p:cNvPr>
          <p:cNvSpPr txBox="1"/>
          <p:nvPr/>
        </p:nvSpPr>
        <p:spPr>
          <a:xfrm>
            <a:off x="4087906" y="4801822"/>
            <a:ext cx="1447392" cy="12713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arket_Deco"/>
              <a:ea typeface="+mn-ea"/>
              <a:cs typeface="+mn-cs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48F13A6-07E0-4B99-8B40-8AE6E8359343}"/>
              </a:ext>
            </a:extLst>
          </p:cNvPr>
          <p:cNvSpPr/>
          <p:nvPr/>
        </p:nvSpPr>
        <p:spPr>
          <a:xfrm>
            <a:off x="4048787" y="4899619"/>
            <a:ext cx="1349596" cy="1173562"/>
          </a:xfrm>
          <a:prstGeom prst="round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arket_Deco"/>
              <a:ea typeface="+mn-ea"/>
              <a:cs typeface="+mn-cs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E072B2B-88FC-444C-B5A3-4DFBCE9419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85289" y="1453492"/>
            <a:ext cx="3295363" cy="2786577"/>
          </a:xfrm>
          <a:prstGeom prst="rect">
            <a:avLst/>
          </a:prstGeom>
          <a:ln w="76200">
            <a:solidFill>
              <a:srgbClr val="FF0000"/>
            </a:solidFill>
          </a:ln>
        </p:spPr>
      </p:pic>
      <p:sp>
        <p:nvSpPr>
          <p:cNvPr id="8" name="Arrow: Right 7">
            <a:extLst>
              <a:ext uri="{FF2B5EF4-FFF2-40B4-BE49-F238E27FC236}">
                <a16:creationId xmlns:a16="http://schemas.microsoft.com/office/drawing/2014/main" id="{DD17BDF1-ECA2-4066-84B6-4B3EB6D4F6A8}"/>
              </a:ext>
            </a:extLst>
          </p:cNvPr>
          <p:cNvSpPr/>
          <p:nvPr/>
        </p:nvSpPr>
        <p:spPr>
          <a:xfrm rot="20049201">
            <a:off x="5242138" y="4458835"/>
            <a:ext cx="1196301" cy="393388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arket_Deco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726637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A528DC9-BB47-445C-9B13-0CD077BD9048}"/>
              </a:ext>
            </a:extLst>
          </p:cNvPr>
          <p:cNvSpPr txBox="1"/>
          <p:nvPr/>
        </p:nvSpPr>
        <p:spPr>
          <a:xfrm>
            <a:off x="2438400" y="743404"/>
            <a:ext cx="5068888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spc="300" dirty="0">
                <a:latin typeface="Montserrat SemiBold" panose="00000700000000000000" pitchFamily="50" charset="0"/>
                <a:ea typeface="Montserrat" charset="0"/>
                <a:cs typeface="Montserrat" charset="0"/>
              </a:rPr>
              <a:t>CACHING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9FFE08C-0150-A24D-8F0E-E335CDBED811}"/>
              </a:ext>
            </a:extLst>
          </p:cNvPr>
          <p:cNvSpPr/>
          <p:nvPr/>
        </p:nvSpPr>
        <p:spPr>
          <a:xfrm>
            <a:off x="1588" y="-1"/>
            <a:ext cx="1536700" cy="6858001"/>
          </a:xfrm>
          <a:prstGeom prst="rect">
            <a:avLst/>
          </a:prstGeom>
          <a:solidFill>
            <a:srgbClr val="F8B4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900" dirty="0"/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7FAAAC-9D6B-9638-52EF-04BE1F970C87}"/>
              </a:ext>
            </a:extLst>
          </p:cNvPr>
          <p:cNvSpPr txBox="1"/>
          <p:nvPr/>
        </p:nvSpPr>
        <p:spPr>
          <a:xfrm>
            <a:off x="2327031" y="2246366"/>
            <a:ext cx="60960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6200" indent="0">
              <a:buNone/>
            </a:pPr>
            <a:r>
              <a:rPr lang="en-US" sz="3600" dirty="0"/>
              <a:t>Response Caching</a:t>
            </a:r>
          </a:p>
          <a:p>
            <a:pPr marL="76200" indent="0">
              <a:buNone/>
            </a:pPr>
            <a:r>
              <a:rPr lang="en-US" sz="3600" dirty="0"/>
              <a:t>In-Memory Caching</a:t>
            </a:r>
          </a:p>
          <a:p>
            <a:pPr marL="76200" indent="0">
              <a:buNone/>
            </a:pPr>
            <a:r>
              <a:rPr lang="en-US" sz="3600" dirty="0"/>
              <a:t>Distributed Caching</a:t>
            </a:r>
          </a:p>
        </p:txBody>
      </p:sp>
      <p:pic>
        <p:nvPicPr>
          <p:cNvPr id="5122" name="Picture 2" descr="WordPress: Die 5 besten Caching Plugins im Test | technikfrage.de">
            <a:extLst>
              <a:ext uri="{FF2B5EF4-FFF2-40B4-BE49-F238E27FC236}">
                <a16:creationId xmlns:a16="http://schemas.microsoft.com/office/drawing/2014/main" id="{471A3093-B90A-BDD1-9F06-43807DFA33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10618" y="1293906"/>
            <a:ext cx="5802312" cy="42701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9155178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A528DC9-BB47-445C-9B13-0CD077BD9048}"/>
              </a:ext>
            </a:extLst>
          </p:cNvPr>
          <p:cNvSpPr txBox="1"/>
          <p:nvPr/>
        </p:nvSpPr>
        <p:spPr>
          <a:xfrm>
            <a:off x="2438400" y="743404"/>
            <a:ext cx="5068888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spc="300" dirty="0">
                <a:latin typeface="Montserrat SemiBold" panose="00000700000000000000" pitchFamily="50" charset="0"/>
                <a:ea typeface="Montserrat" charset="0"/>
                <a:cs typeface="Montserrat" charset="0"/>
              </a:rPr>
              <a:t>RESPONSE CACHING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9FFE08C-0150-A24D-8F0E-E335CDBED811}"/>
              </a:ext>
            </a:extLst>
          </p:cNvPr>
          <p:cNvSpPr/>
          <p:nvPr/>
        </p:nvSpPr>
        <p:spPr>
          <a:xfrm>
            <a:off x="1588" y="-1"/>
            <a:ext cx="1536700" cy="6858001"/>
          </a:xfrm>
          <a:prstGeom prst="rect">
            <a:avLst/>
          </a:prstGeom>
          <a:solidFill>
            <a:srgbClr val="F8B4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900" dirty="0"/>
              <a:t> 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35CC8481-B6E9-9753-3AD3-8A2558B74EF6}"/>
              </a:ext>
            </a:extLst>
          </p:cNvPr>
          <p:cNvSpPr txBox="1">
            <a:spLocks/>
          </p:cNvSpPr>
          <p:nvPr/>
        </p:nvSpPr>
        <p:spPr>
          <a:xfrm>
            <a:off x="2165486" y="1880903"/>
            <a:ext cx="6521314" cy="1770835"/>
          </a:xfrm>
          <a:prstGeom prst="rect">
            <a:avLst/>
          </a:prstGeom>
        </p:spPr>
        <p:txBody>
          <a:bodyPr/>
          <a:lstStyle>
            <a:lvl1pPr marL="228543" indent="-228543" algn="l" defTabSz="914172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629" indent="-228543" algn="l" defTabSz="914172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715" indent="-228543" algn="l" defTabSz="914172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800" indent="-228543" algn="l" defTabSz="914172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886" indent="-228543" algn="l" defTabSz="914172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972" indent="-228543" algn="l" defTabSz="914172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057" indent="-228543" algn="l" defTabSz="914172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143" indent="-228543" algn="l" defTabSz="914172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229" indent="-228543" algn="l" defTabSz="914172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76200" indent="0">
              <a:buFont typeface="Arial" panose="020B0604020202020204" pitchFamily="34" charset="0"/>
              <a:buNone/>
            </a:pPr>
            <a:r>
              <a:rPr lang="en-US" sz="2400" b="1" dirty="0">
                <a:latin typeface="Montserrat Medium" panose="00000600000000000000" pitchFamily="2" charset="0"/>
              </a:rPr>
              <a:t>Directs Caching on the consumer side</a:t>
            </a:r>
          </a:p>
          <a:p>
            <a:pPr marL="76200" indent="0">
              <a:buFont typeface="Arial" panose="020B0604020202020204" pitchFamily="34" charset="0"/>
              <a:buNone/>
            </a:pPr>
            <a:endParaRPr lang="en-US" sz="2400" dirty="0">
              <a:latin typeface="Montserrat Medium" panose="00000600000000000000" pitchFamily="2" charset="0"/>
            </a:endParaRPr>
          </a:p>
          <a:p>
            <a:pPr marL="76200" indent="0">
              <a:buFont typeface="Arial" panose="020B0604020202020204" pitchFamily="34" charset="0"/>
              <a:buNone/>
            </a:pPr>
            <a:r>
              <a:rPr lang="en-US" sz="2400" b="1" dirty="0">
                <a:latin typeface="Montserrat Medium" panose="00000600000000000000" pitchFamily="2" charset="0"/>
              </a:rPr>
              <a:t>HTTP 1.1 Caching specification</a:t>
            </a:r>
          </a:p>
          <a:p>
            <a:pPr marL="76200" indent="0">
              <a:buFont typeface="Arial" panose="020B0604020202020204" pitchFamily="34" charset="0"/>
              <a:buNone/>
            </a:pPr>
            <a:endParaRPr lang="en-US" sz="2400" dirty="0">
              <a:latin typeface="Montserrat Medium" panose="00000600000000000000" pitchFamily="2" charset="0"/>
            </a:endParaRPr>
          </a:p>
          <a:p>
            <a:pPr marL="76200" indent="0">
              <a:buFont typeface="Arial" panose="020B0604020202020204" pitchFamily="34" charset="0"/>
              <a:buNone/>
            </a:pPr>
            <a:endParaRPr lang="en-US" sz="2400" dirty="0">
              <a:latin typeface="Montserrat Medium" panose="00000600000000000000" pitchFamily="2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D55FFB5-7DDB-C3E3-5439-36CACD54EEED}"/>
              </a:ext>
            </a:extLst>
          </p:cNvPr>
          <p:cNvSpPr txBox="1"/>
          <p:nvPr/>
        </p:nvSpPr>
        <p:spPr>
          <a:xfrm>
            <a:off x="2165485" y="3814246"/>
            <a:ext cx="8977299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latin typeface="Montserrat Medium" panose="00000600000000000000" pitchFamily="2" charset="0"/>
              </a:rPr>
              <a:t>Install the NuGet package:</a:t>
            </a:r>
          </a:p>
          <a:p>
            <a:endParaRPr lang="en-US" sz="2400" dirty="0"/>
          </a:p>
          <a:p>
            <a:r>
              <a:rPr lang="en-US" sz="2400" dirty="0" err="1">
                <a:latin typeface="Consolas" panose="020B0609020204030204" pitchFamily="49" charset="0"/>
              </a:rPr>
              <a:t>Microsoft.Extensions.Caching.Abstractions</a:t>
            </a:r>
            <a:endParaRPr lang="en-US" sz="2400" dirty="0">
              <a:latin typeface="Consolas" panose="020B0609020204030204" pitchFamily="49" charset="0"/>
            </a:endParaRPr>
          </a:p>
          <a:p>
            <a:endParaRPr lang="en-US" sz="2400" dirty="0">
              <a:latin typeface="Consolas" panose="020B0609020204030204" pitchFamily="49" charset="0"/>
            </a:endParaRPr>
          </a:p>
          <a:p>
            <a:r>
              <a:rPr lang="en-US" sz="2400" dirty="0">
                <a:latin typeface="Montserrat Medium" panose="00000600000000000000" pitchFamily="2" charset="0"/>
              </a:rPr>
              <a:t>At start up add to Services:</a:t>
            </a:r>
          </a:p>
          <a:p>
            <a:endParaRPr lang="en-US" sz="2400" dirty="0">
              <a:latin typeface="Consolas" panose="020B0609020204030204" pitchFamily="49" charset="0"/>
            </a:endParaRPr>
          </a:p>
          <a:p>
            <a:r>
              <a:rPr lang="en-US" sz="2400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services.AddResponseCaching</a:t>
            </a: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();</a:t>
            </a:r>
          </a:p>
        </p:txBody>
      </p:sp>
    </p:spTree>
    <p:extLst>
      <p:ext uri="{BB962C8B-B14F-4D97-AF65-F5344CB8AC3E}">
        <p14:creationId xmlns:p14="http://schemas.microsoft.com/office/powerpoint/2010/main" val="4089500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A528DC9-BB47-445C-9B13-0CD077BD9048}"/>
              </a:ext>
            </a:extLst>
          </p:cNvPr>
          <p:cNvSpPr txBox="1"/>
          <p:nvPr/>
        </p:nvSpPr>
        <p:spPr>
          <a:xfrm>
            <a:off x="2438400" y="743404"/>
            <a:ext cx="5068888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spc="300" dirty="0">
                <a:latin typeface="Montserrat SemiBold" panose="00000700000000000000" pitchFamily="50" charset="0"/>
                <a:ea typeface="Montserrat" charset="0"/>
                <a:cs typeface="Montserrat" charset="0"/>
              </a:rPr>
              <a:t>RESPONSE CACHING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9FFE08C-0150-A24D-8F0E-E335CDBED811}"/>
              </a:ext>
            </a:extLst>
          </p:cNvPr>
          <p:cNvSpPr/>
          <p:nvPr/>
        </p:nvSpPr>
        <p:spPr>
          <a:xfrm>
            <a:off x="1588" y="-1"/>
            <a:ext cx="1536700" cy="6858001"/>
          </a:xfrm>
          <a:prstGeom prst="rect">
            <a:avLst/>
          </a:prstGeom>
          <a:solidFill>
            <a:srgbClr val="F8B4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900" dirty="0"/>
              <a:t>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79A1D25-EC75-5856-DD98-8B04A4EAD273}"/>
              </a:ext>
            </a:extLst>
          </p:cNvPr>
          <p:cNvSpPr/>
          <p:nvPr/>
        </p:nvSpPr>
        <p:spPr>
          <a:xfrm>
            <a:off x="1781909" y="4310713"/>
            <a:ext cx="10181955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76200" indent="0">
              <a:buNone/>
            </a:pP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[</a:t>
            </a:r>
            <a:r>
              <a:rPr lang="en-US" sz="2400" dirty="0" err="1">
                <a:solidFill>
                  <a:srgbClr val="007D9A"/>
                </a:solidFill>
                <a:latin typeface="Source Code Pro" panose="020B0509030403020204" pitchFamily="49" charset="0"/>
                <a:ea typeface="Source Code Pro" panose="020B0509030403020204" pitchFamily="49" charset="0"/>
              </a:rPr>
              <a:t>ResponseCache</a:t>
            </a:r>
            <a:r>
              <a:rPr lang="en-US" sz="2400" dirty="0">
                <a:solidFill>
                  <a:srgbClr val="007D9A"/>
                </a:solidFill>
                <a:latin typeface="Source Code Pro" panose="020B0509030403020204" pitchFamily="49" charset="0"/>
                <a:ea typeface="Source Code Pro" panose="020B0509030403020204" pitchFamily="49" charset="0"/>
              </a:rPr>
              <a:t>(Location = </a:t>
            </a:r>
            <a:r>
              <a:rPr lang="en-US" sz="2400" dirty="0" err="1">
                <a:solidFill>
                  <a:srgbClr val="007D9A"/>
                </a:solidFill>
                <a:latin typeface="Source Code Pro" panose="020B0509030403020204" pitchFamily="49" charset="0"/>
                <a:ea typeface="Source Code Pro" panose="020B0509030403020204" pitchFamily="49" charset="0"/>
              </a:rPr>
              <a:t>ResponseCacheLocation.None</a:t>
            </a:r>
            <a:r>
              <a:rPr lang="en-US" sz="2400" dirty="0">
                <a:solidFill>
                  <a:srgbClr val="007D9A"/>
                </a:solidFill>
                <a:latin typeface="Source Code Pro" panose="020B0509030403020204" pitchFamily="49" charset="0"/>
                <a:ea typeface="Source Code Pro" panose="020B0509030403020204" pitchFamily="49" charset="0"/>
              </a:rPr>
              <a:t>, </a:t>
            </a:r>
            <a:r>
              <a:rPr lang="en-US" sz="2400" dirty="0" err="1">
                <a:solidFill>
                  <a:srgbClr val="007D9A"/>
                </a:solidFill>
                <a:latin typeface="Source Code Pro" panose="020B0509030403020204" pitchFamily="49" charset="0"/>
                <a:ea typeface="Source Code Pro" panose="020B0509030403020204" pitchFamily="49" charset="0"/>
              </a:rPr>
              <a:t>NoStore</a:t>
            </a:r>
            <a:r>
              <a:rPr lang="en-US" sz="2400" dirty="0">
                <a:solidFill>
                  <a:srgbClr val="007D9A"/>
                </a:solidFill>
                <a:latin typeface="Source Code Pro" panose="020B0509030403020204" pitchFamily="49" charset="0"/>
                <a:ea typeface="Source Code Pro" panose="020B0509030403020204" pitchFamily="49" charset="0"/>
              </a:rPr>
              <a:t> = true)</a:t>
            </a: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]</a:t>
            </a:r>
          </a:p>
          <a:p>
            <a:pPr marL="76200" indent="0">
              <a:buNone/>
            </a:pPr>
            <a:endParaRPr lang="en-US" sz="2400" dirty="0">
              <a:latin typeface="Source Code Pro" panose="020B0509030403020204" pitchFamily="49" charset="0"/>
              <a:ea typeface="Source Code Pro" panose="020B0509030403020204" pitchFamily="49" charset="0"/>
            </a:endParaRPr>
          </a:p>
          <a:p>
            <a:pPr marL="76200" indent="0">
              <a:buNone/>
            </a:pP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  <a:cs typeface="Calibri" panose="020F0502020204030204" pitchFamily="34" charset="0"/>
              </a:rPr>
              <a:t>Response Header:</a:t>
            </a:r>
          </a:p>
          <a:p>
            <a:pPr marL="76200" indent="0">
              <a:buNone/>
            </a:pPr>
            <a:r>
              <a:rPr lang="it-IT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Cache-Control: no-store,no-cache</a:t>
            </a:r>
          </a:p>
          <a:p>
            <a:pPr marL="76200" indent="0">
              <a:buNone/>
            </a:pPr>
            <a:r>
              <a:rPr lang="it-IT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Pragma: no-cache</a:t>
            </a:r>
            <a:endParaRPr lang="en-US" sz="2400" dirty="0">
              <a:latin typeface="Source Code Pro" panose="020B0509030403020204" pitchFamily="49" charset="0"/>
              <a:ea typeface="Source Code Pro" panose="020B0509030403020204" pitchFamily="49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5A20C10-4C89-A3FB-9CC9-9E5DCBF568DF}"/>
              </a:ext>
            </a:extLst>
          </p:cNvPr>
          <p:cNvSpPr/>
          <p:nvPr/>
        </p:nvSpPr>
        <p:spPr>
          <a:xfrm>
            <a:off x="1781909" y="1893961"/>
            <a:ext cx="9917722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76200" indent="0">
              <a:buNone/>
            </a:pPr>
            <a:r>
              <a:rPr lang="en-US" sz="2400" dirty="0">
                <a:latin typeface="Montserrat Medium" panose="00000600000000000000" pitchFamily="2" charset="0"/>
                <a:ea typeface="Source Code Pro" panose="020B0509030403020204" pitchFamily="49" charset="0"/>
                <a:cs typeface="Calibri" panose="020F0502020204030204" pitchFamily="34" charset="0"/>
              </a:rPr>
              <a:t>Attribute on Controller or Action</a:t>
            </a:r>
          </a:p>
          <a:p>
            <a:pPr marL="76200" indent="0">
              <a:buNone/>
            </a:pP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[</a:t>
            </a:r>
            <a:r>
              <a:rPr lang="en-US" sz="2400" dirty="0" err="1">
                <a:solidFill>
                  <a:srgbClr val="007D9A"/>
                </a:solidFill>
                <a:latin typeface="Source Code Pro" panose="020B0509030403020204" pitchFamily="49" charset="0"/>
                <a:ea typeface="Source Code Pro" panose="020B0509030403020204" pitchFamily="49" charset="0"/>
              </a:rPr>
              <a:t>ResponseCache</a:t>
            </a:r>
            <a:r>
              <a:rPr lang="en-US" sz="2400" dirty="0">
                <a:solidFill>
                  <a:srgbClr val="007D9A"/>
                </a:solidFill>
                <a:latin typeface="Source Code Pro" panose="020B0509030403020204" pitchFamily="49" charset="0"/>
                <a:ea typeface="Source Code Pro" panose="020B0509030403020204" pitchFamily="49" charset="0"/>
              </a:rPr>
              <a:t>(Duration = 60)</a:t>
            </a: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]</a:t>
            </a:r>
          </a:p>
          <a:p>
            <a:pPr marL="76200" indent="0">
              <a:buNone/>
            </a:pPr>
            <a:endParaRPr lang="en-US" sz="2400" dirty="0">
              <a:latin typeface="Source Code Pro" panose="020B0509030403020204" pitchFamily="49" charset="0"/>
              <a:ea typeface="Source Code Pro" panose="020B0509030403020204" pitchFamily="49" charset="0"/>
            </a:endParaRPr>
          </a:p>
          <a:p>
            <a:pPr marL="76200" indent="0">
              <a:buNone/>
            </a:pP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  <a:cs typeface="Calibri" panose="020F0502020204030204" pitchFamily="34" charset="0"/>
              </a:rPr>
              <a:t>Response Header:</a:t>
            </a:r>
          </a:p>
          <a:p>
            <a:pPr marL="76200" indent="0">
              <a:buNone/>
            </a:pP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Cache-Control: </a:t>
            </a:r>
            <a:r>
              <a:rPr lang="en-US" sz="2400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public,max</a:t>
            </a: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-age=60</a:t>
            </a:r>
          </a:p>
        </p:txBody>
      </p:sp>
    </p:spTree>
    <p:extLst>
      <p:ext uri="{BB962C8B-B14F-4D97-AF65-F5344CB8AC3E}">
        <p14:creationId xmlns:p14="http://schemas.microsoft.com/office/powerpoint/2010/main" val="11347373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A528DC9-BB47-445C-9B13-0CD077BD9048}"/>
              </a:ext>
            </a:extLst>
          </p:cNvPr>
          <p:cNvSpPr txBox="1"/>
          <p:nvPr/>
        </p:nvSpPr>
        <p:spPr>
          <a:xfrm>
            <a:off x="2438400" y="743404"/>
            <a:ext cx="6582508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spc="300" dirty="0">
                <a:latin typeface="Montserrat SemiBold" panose="00000700000000000000" pitchFamily="50" charset="0"/>
                <a:ea typeface="Montserrat" charset="0"/>
                <a:cs typeface="Montserrat" charset="0"/>
              </a:rPr>
              <a:t>IN-MEMORY CACHING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9FFE08C-0150-A24D-8F0E-E335CDBED811}"/>
              </a:ext>
            </a:extLst>
          </p:cNvPr>
          <p:cNvSpPr/>
          <p:nvPr/>
        </p:nvSpPr>
        <p:spPr>
          <a:xfrm>
            <a:off x="1588" y="-1"/>
            <a:ext cx="1536700" cy="6858001"/>
          </a:xfrm>
          <a:prstGeom prst="rect">
            <a:avLst/>
          </a:prstGeom>
          <a:solidFill>
            <a:srgbClr val="F8B4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900" dirty="0"/>
              <a:t>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89B0557-00D1-3C4A-D300-B0893F1756FF}"/>
              </a:ext>
            </a:extLst>
          </p:cNvPr>
          <p:cNvSpPr txBox="1"/>
          <p:nvPr/>
        </p:nvSpPr>
        <p:spPr>
          <a:xfrm>
            <a:off x="2438399" y="2054442"/>
            <a:ext cx="9009185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latin typeface="Montserrat Medium" panose="00000600000000000000" pitchFamily="2" charset="0"/>
              </a:rPr>
              <a:t>Install the NuGet package:</a:t>
            </a:r>
          </a:p>
          <a:p>
            <a:endParaRPr lang="en-US" sz="2400" dirty="0"/>
          </a:p>
          <a:p>
            <a:r>
              <a:rPr lang="en-US" sz="2400" dirty="0" err="1">
                <a:latin typeface="Consolas" panose="020B0609020204030204" pitchFamily="49" charset="0"/>
              </a:rPr>
              <a:t>Microsoft.Extensions.Caching.Abstractions</a:t>
            </a:r>
            <a:endParaRPr lang="en-US" sz="2400" dirty="0">
              <a:latin typeface="Consolas" panose="020B0609020204030204" pitchFamily="49" charset="0"/>
            </a:endParaRPr>
          </a:p>
          <a:p>
            <a:endParaRPr lang="en-US" sz="2400" dirty="0">
              <a:latin typeface="Consolas" panose="020B0609020204030204" pitchFamily="49" charset="0"/>
            </a:endParaRPr>
          </a:p>
          <a:p>
            <a:r>
              <a:rPr lang="en-US" sz="2400" dirty="0">
                <a:latin typeface="Montserrat Medium" panose="00000600000000000000" pitchFamily="2" charset="0"/>
              </a:rPr>
              <a:t>At start up add to Services:</a:t>
            </a:r>
          </a:p>
          <a:p>
            <a:endParaRPr lang="en-US" sz="2400" dirty="0">
              <a:latin typeface="Consolas" panose="020B0609020204030204" pitchFamily="49" charset="0"/>
            </a:endParaRPr>
          </a:p>
          <a:p>
            <a:r>
              <a:rPr lang="en-US" sz="2400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services.AddMemoryCache</a:t>
            </a: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();</a:t>
            </a:r>
          </a:p>
        </p:txBody>
      </p:sp>
    </p:spTree>
    <p:extLst>
      <p:ext uri="{BB962C8B-B14F-4D97-AF65-F5344CB8AC3E}">
        <p14:creationId xmlns:p14="http://schemas.microsoft.com/office/powerpoint/2010/main" val="407198188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6167D5-24C2-0292-E8DC-F51B030C99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337C83C-7126-588B-68B9-19BFBA9C9551}"/>
              </a:ext>
            </a:extLst>
          </p:cNvPr>
          <p:cNvSpPr txBox="1"/>
          <p:nvPr/>
        </p:nvSpPr>
        <p:spPr>
          <a:xfrm>
            <a:off x="2438400" y="743404"/>
            <a:ext cx="6582508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spc="300" dirty="0">
                <a:latin typeface="Montserrat SemiBold" panose="00000700000000000000" pitchFamily="50" charset="0"/>
                <a:ea typeface="Montserrat" charset="0"/>
                <a:cs typeface="Montserrat" charset="0"/>
              </a:rPr>
              <a:t>IN-MEMORY CACHING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9A708E1-C21C-6660-318E-7E9DAE18B036}"/>
              </a:ext>
            </a:extLst>
          </p:cNvPr>
          <p:cNvSpPr/>
          <p:nvPr/>
        </p:nvSpPr>
        <p:spPr>
          <a:xfrm>
            <a:off x="1588" y="-1"/>
            <a:ext cx="1536700" cy="6858001"/>
          </a:xfrm>
          <a:prstGeom prst="rect">
            <a:avLst/>
          </a:prstGeom>
          <a:solidFill>
            <a:srgbClr val="F8B4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900" dirty="0"/>
              <a:t>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EC78E79-77DD-C8A5-0ABC-ACE61B024BA5}"/>
              </a:ext>
            </a:extLst>
          </p:cNvPr>
          <p:cNvSpPr txBox="1"/>
          <p:nvPr/>
        </p:nvSpPr>
        <p:spPr>
          <a:xfrm>
            <a:off x="2438400" y="2171103"/>
            <a:ext cx="8506690" cy="14242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dirty="0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var cache = </a:t>
            </a:r>
            <a:r>
              <a:rPr lang="en-US" sz="2000" dirty="0" err="1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services.GetService</a:t>
            </a:r>
            <a:r>
              <a:rPr lang="en-US" sz="2000" dirty="0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&lt;</a:t>
            </a:r>
            <a:r>
              <a:rPr lang="en-US" sz="2000" dirty="0" err="1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IMemoryCache</a:t>
            </a:r>
            <a:r>
              <a:rPr lang="en-US" sz="2000" dirty="0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&gt;();</a:t>
            </a:r>
          </a:p>
          <a:p>
            <a:pPr>
              <a:lnSpc>
                <a:spcPct val="150000"/>
              </a:lnSpc>
            </a:pPr>
            <a:r>
              <a:rPr lang="en-US" sz="2000" dirty="0" err="1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cache.Set</a:t>
            </a:r>
            <a:r>
              <a:rPr lang="en-US" sz="2000" dirty="0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("key", "value", </a:t>
            </a:r>
            <a:r>
              <a:rPr lang="en-US" sz="2000" dirty="0" err="1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TimeSpan.FromMinutes</a:t>
            </a:r>
            <a:r>
              <a:rPr lang="en-US" sz="2000" dirty="0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(10));</a:t>
            </a:r>
          </a:p>
          <a:p>
            <a:pPr>
              <a:lnSpc>
                <a:spcPct val="150000"/>
              </a:lnSpc>
            </a:pPr>
            <a:r>
              <a:rPr lang="en-US" sz="2000" dirty="0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var value = </a:t>
            </a:r>
            <a:r>
              <a:rPr lang="en-US" sz="2000" dirty="0" err="1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cache.Get</a:t>
            </a:r>
            <a:r>
              <a:rPr lang="en-US" sz="2000" dirty="0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&lt;string&gt;("key");</a:t>
            </a:r>
          </a:p>
        </p:txBody>
      </p:sp>
    </p:spTree>
    <p:extLst>
      <p:ext uri="{BB962C8B-B14F-4D97-AF65-F5344CB8AC3E}">
        <p14:creationId xmlns:p14="http://schemas.microsoft.com/office/powerpoint/2010/main" val="323643159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9DD4B2-012F-9499-8763-8B5FB5898E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8BE152C-A912-CDFE-7DFA-0B9C1F2C1497}"/>
              </a:ext>
            </a:extLst>
          </p:cNvPr>
          <p:cNvSpPr txBox="1"/>
          <p:nvPr/>
        </p:nvSpPr>
        <p:spPr>
          <a:xfrm>
            <a:off x="2438400" y="743404"/>
            <a:ext cx="6582508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spc="300" dirty="0">
                <a:latin typeface="Montserrat SemiBold" panose="00000700000000000000" pitchFamily="50" charset="0"/>
                <a:ea typeface="Montserrat" charset="0"/>
                <a:cs typeface="Montserrat" charset="0"/>
              </a:rPr>
              <a:t>OUTPUT CACHING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A7F7400-9208-A648-05D1-0CE893B48CC6}"/>
              </a:ext>
            </a:extLst>
          </p:cNvPr>
          <p:cNvSpPr/>
          <p:nvPr/>
        </p:nvSpPr>
        <p:spPr>
          <a:xfrm>
            <a:off x="1588" y="-1"/>
            <a:ext cx="1536700" cy="6858001"/>
          </a:xfrm>
          <a:prstGeom prst="rect">
            <a:avLst/>
          </a:prstGeom>
          <a:solidFill>
            <a:srgbClr val="F8B4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900" dirty="0"/>
              <a:t>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B321757-67B2-36CF-9F00-F1919CDDE1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14111" y="1838760"/>
            <a:ext cx="5554726" cy="296305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1F377F"/>
                </a:solidFill>
                <a:effectLst/>
                <a:latin typeface="Hack" panose="020B0609030202020204" pitchFamily="49" charset="0"/>
              </a:rPr>
              <a:t>services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Hack" panose="020B0609030202020204" pitchFamily="49" charset="0"/>
              </a:rPr>
              <a:t>.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48A8B"/>
                </a:solidFill>
                <a:effectLst/>
                <a:latin typeface="Hack" panose="020B0609030202020204" pitchFamily="49" charset="0"/>
              </a:rPr>
              <a:t>AddOutputCache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Hack" panose="020B0609030202020204" pitchFamily="49" charset="0"/>
              </a:rPr>
              <a:t>(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1F377F"/>
                </a:solidFill>
                <a:effectLst/>
                <a:latin typeface="Hack" panose="020B0609030202020204" pitchFamily="49" charset="0"/>
              </a:rPr>
              <a:t>options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Hack" panose="020B0609030202020204" pitchFamily="49" charset="0"/>
              </a:rPr>
              <a:t>=&gt;</a:t>
            </a:r>
            <a:b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Hack" panose="020B0609030202020204" pitchFamily="49" charset="0"/>
              </a:rPr>
            </a:b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Hack" panose="020B0609030202020204" pitchFamily="49" charset="0"/>
              </a:rPr>
              <a:t>{</a:t>
            </a:r>
            <a:b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Hack" panose="020B0609030202020204" pitchFamily="49" charset="0"/>
              </a:rPr>
            </a:b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Hack" panose="020B0609030202020204" pitchFamily="49" charset="0"/>
              </a:rPr>
              <a:t>   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1F377F"/>
                </a:solidFill>
                <a:effectLst/>
                <a:latin typeface="Hack" panose="020B0609030202020204" pitchFamily="49" charset="0"/>
              </a:rPr>
              <a:t>options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Hack" panose="020B0609030202020204" pitchFamily="49" charset="0"/>
              </a:rPr>
              <a:t>.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74531F"/>
                </a:solidFill>
                <a:effectLst/>
                <a:latin typeface="Hack" panose="020B0609030202020204" pitchFamily="49" charset="0"/>
              </a:rPr>
              <a:t>AddBasePolicy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Hack" panose="020B0609030202020204" pitchFamily="49" charset="0"/>
              </a:rPr>
              <a:t>(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1F377F"/>
                </a:solidFill>
                <a:effectLst/>
                <a:latin typeface="Hack" panose="020B0609030202020204" pitchFamily="49" charset="0"/>
              </a:rPr>
              <a:t>builder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Hack" panose="020B0609030202020204" pitchFamily="49" charset="0"/>
              </a:rPr>
              <a:t>=&gt; </a:t>
            </a:r>
            <a:b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Hack" panose="020B0609030202020204" pitchFamily="49" charset="0"/>
              </a:rPr>
            </a:b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Hack" panose="020B0609030202020204" pitchFamily="49" charset="0"/>
              </a:rPr>
              <a:t>       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1F377F"/>
                </a:solidFill>
                <a:effectLst/>
                <a:latin typeface="Hack" panose="020B0609030202020204" pitchFamily="49" charset="0"/>
              </a:rPr>
              <a:t>builder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Hack" panose="020B0609030202020204" pitchFamily="49" charset="0"/>
              </a:rPr>
              <a:t>.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74531F"/>
                </a:solidFill>
                <a:effectLst/>
                <a:latin typeface="Hack" panose="020B0609030202020204" pitchFamily="49" charset="0"/>
              </a:rPr>
              <a:t>Expire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Hack" panose="020B0609030202020204" pitchFamily="49" charset="0"/>
              </a:rPr>
              <a:t>(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2B91AF"/>
                </a:solidFill>
                <a:effectLst/>
                <a:latin typeface="Hack" panose="020B0609030202020204" pitchFamily="49" charset="0"/>
              </a:rPr>
              <a:t>TimeSpan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Hack" panose="020B0609030202020204" pitchFamily="49" charset="0"/>
              </a:rPr>
              <a:t>.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74531F"/>
                </a:solidFill>
                <a:effectLst/>
                <a:latin typeface="Hack" panose="020B0609030202020204" pitchFamily="49" charset="0"/>
              </a:rPr>
              <a:t>FromSeconds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Hack" panose="020B0609030202020204" pitchFamily="49" charset="0"/>
              </a:rPr>
              <a:t>(10)));</a:t>
            </a:r>
            <a:b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Hack" panose="020B0609030202020204" pitchFamily="49" charset="0"/>
              </a:rPr>
            </a:b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Hack" panose="020B0609030202020204" pitchFamily="49" charset="0"/>
              </a:rPr>
              <a:t>   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1F377F"/>
                </a:solidFill>
                <a:effectLst/>
                <a:latin typeface="Hack" panose="020B0609030202020204" pitchFamily="49" charset="0"/>
              </a:rPr>
              <a:t>options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Hack" panose="020B0609030202020204" pitchFamily="49" charset="0"/>
              </a:rPr>
              <a:t>.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74531F"/>
                </a:solidFill>
                <a:effectLst/>
                <a:latin typeface="Hack" panose="020B0609030202020204" pitchFamily="49" charset="0"/>
              </a:rPr>
              <a:t>AddPolicy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Hack" panose="020B0609030202020204" pitchFamily="49" charset="0"/>
              </a:rPr>
              <a:t>(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A31515"/>
                </a:solidFill>
                <a:effectLst/>
                <a:latin typeface="Hack" panose="020B0609030202020204" pitchFamily="49" charset="0"/>
              </a:rPr>
              <a:t>"Expire20"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Hack" panose="020B0609030202020204" pitchFamily="49" charset="0"/>
              </a:rPr>
              <a:t>,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1F377F"/>
                </a:solidFill>
                <a:effectLst/>
                <a:latin typeface="Hack" panose="020B0609030202020204" pitchFamily="49" charset="0"/>
              </a:rPr>
              <a:t>builder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Hack" panose="020B0609030202020204" pitchFamily="49" charset="0"/>
              </a:rPr>
              <a:t>=&gt; </a:t>
            </a:r>
            <a:b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Hack" panose="020B0609030202020204" pitchFamily="49" charset="0"/>
              </a:rPr>
            </a:b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Hack" panose="020B0609030202020204" pitchFamily="49" charset="0"/>
              </a:rPr>
              <a:t>       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1F377F"/>
                </a:solidFill>
                <a:effectLst/>
                <a:latin typeface="Hack" panose="020B0609030202020204" pitchFamily="49" charset="0"/>
              </a:rPr>
              <a:t>builder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Hack" panose="020B0609030202020204" pitchFamily="49" charset="0"/>
              </a:rPr>
              <a:t>.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74531F"/>
                </a:solidFill>
                <a:effectLst/>
                <a:latin typeface="Hack" panose="020B0609030202020204" pitchFamily="49" charset="0"/>
              </a:rPr>
              <a:t>Expire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Hack" panose="020B0609030202020204" pitchFamily="49" charset="0"/>
              </a:rPr>
              <a:t>(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2B91AF"/>
                </a:solidFill>
                <a:effectLst/>
                <a:latin typeface="Hack" panose="020B0609030202020204" pitchFamily="49" charset="0"/>
              </a:rPr>
              <a:t>TimeSpan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Hack" panose="020B0609030202020204" pitchFamily="49" charset="0"/>
              </a:rPr>
              <a:t>.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74531F"/>
                </a:solidFill>
                <a:effectLst/>
                <a:latin typeface="Hack" panose="020B0609030202020204" pitchFamily="49" charset="0"/>
              </a:rPr>
              <a:t>FromSeconds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Hack" panose="020B0609030202020204" pitchFamily="49" charset="0"/>
              </a:rPr>
              <a:t>(20)));</a:t>
            </a:r>
            <a:b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Hack" panose="020B0609030202020204" pitchFamily="49" charset="0"/>
              </a:rPr>
            </a:b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Hack" panose="020B0609030202020204" pitchFamily="49" charset="0"/>
              </a:rPr>
              <a:t>   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1F377F"/>
                </a:solidFill>
                <a:effectLst/>
                <a:latin typeface="Hack" panose="020B0609030202020204" pitchFamily="49" charset="0"/>
              </a:rPr>
              <a:t>options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Hack" panose="020B0609030202020204" pitchFamily="49" charset="0"/>
              </a:rPr>
              <a:t>.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74531F"/>
                </a:solidFill>
                <a:effectLst/>
                <a:latin typeface="Hack" panose="020B0609030202020204" pitchFamily="49" charset="0"/>
              </a:rPr>
              <a:t>AddPolicy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Hack" panose="020B0609030202020204" pitchFamily="49" charset="0"/>
              </a:rPr>
              <a:t>(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A31515"/>
                </a:solidFill>
                <a:effectLst/>
                <a:latin typeface="Hack" panose="020B0609030202020204" pitchFamily="49" charset="0"/>
              </a:rPr>
              <a:t>"Expire30"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Hack" panose="020B0609030202020204" pitchFamily="49" charset="0"/>
              </a:rPr>
              <a:t>,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1F377F"/>
                </a:solidFill>
                <a:effectLst/>
                <a:latin typeface="Hack" panose="020B0609030202020204" pitchFamily="49" charset="0"/>
              </a:rPr>
              <a:t>builder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Hack" panose="020B0609030202020204" pitchFamily="49" charset="0"/>
              </a:rPr>
              <a:t>=&gt; </a:t>
            </a:r>
            <a:b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Hack" panose="020B0609030202020204" pitchFamily="49" charset="0"/>
              </a:rPr>
            </a:b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Hack" panose="020B0609030202020204" pitchFamily="49" charset="0"/>
              </a:rPr>
              <a:t>       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1F377F"/>
                </a:solidFill>
                <a:effectLst/>
                <a:latin typeface="Hack" panose="020B0609030202020204" pitchFamily="49" charset="0"/>
              </a:rPr>
              <a:t>builder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Hack" panose="020B0609030202020204" pitchFamily="49" charset="0"/>
              </a:rPr>
              <a:t>.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74531F"/>
                </a:solidFill>
                <a:effectLst/>
                <a:latin typeface="Hack" panose="020B0609030202020204" pitchFamily="49" charset="0"/>
              </a:rPr>
              <a:t>Expire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Hack" panose="020B0609030202020204" pitchFamily="49" charset="0"/>
              </a:rPr>
              <a:t>(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2B91AF"/>
                </a:solidFill>
                <a:effectLst/>
                <a:latin typeface="Hack" panose="020B0609030202020204" pitchFamily="49" charset="0"/>
              </a:rPr>
              <a:t>TimeSpan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Hack" panose="020B0609030202020204" pitchFamily="49" charset="0"/>
              </a:rPr>
              <a:t>.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74531F"/>
                </a:solidFill>
                <a:effectLst/>
                <a:latin typeface="Hack" panose="020B0609030202020204" pitchFamily="49" charset="0"/>
              </a:rPr>
              <a:t>FromSeconds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Hack" panose="020B0609030202020204" pitchFamily="49" charset="0"/>
              </a:rPr>
              <a:t>(30)));</a:t>
            </a:r>
            <a:b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Hack" panose="020B0609030202020204" pitchFamily="49" charset="0"/>
              </a:rPr>
            </a:b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Hack" panose="020B0609030202020204" pitchFamily="49" charset="0"/>
              </a:rPr>
              <a:t>});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E03C69F-46E7-0B57-4883-0D02EBCB74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14111" y="5214347"/>
            <a:ext cx="6042039" cy="1257652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3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Hack" panose="020B0609030202020204" pitchFamily="49" charset="0"/>
              </a:rPr>
              <a:t>[</a:t>
            </a:r>
            <a:r>
              <a:rPr kumimoji="0" lang="en-US" altLang="en-US" sz="1300" b="0" i="0" u="none" strike="noStrike" cap="none" normalizeH="0" baseline="0" dirty="0" err="1">
                <a:ln>
                  <a:noFill/>
                </a:ln>
                <a:solidFill>
                  <a:srgbClr val="2B91AF"/>
                </a:solidFill>
                <a:effectLst/>
                <a:latin typeface="Hack" panose="020B0609030202020204" pitchFamily="49" charset="0"/>
              </a:rPr>
              <a:t>HttpGet</a:t>
            </a:r>
            <a:r>
              <a:rPr kumimoji="0" lang="en-US" altLang="en-US" sz="13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Hack" panose="020B0609030202020204" pitchFamily="49" charset="0"/>
              </a:rPr>
              <a:t>]</a:t>
            </a:r>
            <a:br>
              <a:rPr kumimoji="0" lang="en-US" altLang="en-US" sz="13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Hack" panose="020B0609030202020204" pitchFamily="49" charset="0"/>
              </a:rPr>
            </a:br>
            <a:r>
              <a:rPr kumimoji="0" lang="en-US" altLang="en-US" sz="13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Hack" panose="020B0609030202020204" pitchFamily="49" charset="0"/>
              </a:rPr>
              <a:t>[</a:t>
            </a:r>
            <a:r>
              <a:rPr kumimoji="0" lang="en-US" altLang="en-US" sz="1300" b="0" i="0" u="none" strike="noStrike" cap="none" normalizeH="0" baseline="0" dirty="0" err="1">
                <a:ln>
                  <a:noFill/>
                </a:ln>
                <a:solidFill>
                  <a:srgbClr val="2B91AF"/>
                </a:solidFill>
                <a:effectLst/>
                <a:latin typeface="Hack" panose="020B0609030202020204" pitchFamily="49" charset="0"/>
              </a:rPr>
              <a:t>OutputCache</a:t>
            </a:r>
            <a:r>
              <a:rPr kumimoji="0" lang="en-US" altLang="en-US" sz="13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Hack" panose="020B0609030202020204" pitchFamily="49" charset="0"/>
              </a:rPr>
              <a:t>]</a:t>
            </a:r>
            <a:br>
              <a:rPr kumimoji="0" lang="en-US" altLang="en-US" sz="13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Hack" panose="020B0609030202020204" pitchFamily="49" charset="0"/>
              </a:rPr>
            </a:br>
            <a:r>
              <a:rPr kumimoji="0" lang="en-US" altLang="en-US" sz="13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Hack" panose="020B0609030202020204" pitchFamily="49" charset="0"/>
              </a:rPr>
              <a:t>[</a:t>
            </a:r>
            <a:r>
              <a:rPr kumimoji="0" lang="en-US" altLang="en-US" sz="1300" b="0" i="0" u="none" strike="noStrike" cap="none" normalizeH="0" baseline="0" dirty="0">
                <a:ln>
                  <a:noFill/>
                </a:ln>
                <a:solidFill>
                  <a:srgbClr val="2B91AF"/>
                </a:solidFill>
                <a:effectLst/>
                <a:latin typeface="Hack" panose="020B0609030202020204" pitchFamily="49" charset="0"/>
              </a:rPr>
              <a:t>Produces</a:t>
            </a:r>
            <a:r>
              <a:rPr kumimoji="0" lang="en-US" altLang="en-US" sz="13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Hack" panose="020B0609030202020204" pitchFamily="49" charset="0"/>
              </a:rPr>
              <a:t>(</a:t>
            </a:r>
            <a:r>
              <a:rPr kumimoji="0" lang="en-US" altLang="en-US" sz="1300" b="0" i="0" u="none" strike="noStrike" cap="none" normalizeH="0" baseline="0" dirty="0" err="1">
                <a:ln>
                  <a:noFill/>
                </a:ln>
                <a:solidFill>
                  <a:srgbClr val="0000FF"/>
                </a:solidFill>
                <a:effectLst/>
                <a:latin typeface="Hack" panose="020B0609030202020204" pitchFamily="49" charset="0"/>
              </a:rPr>
              <a:t>typeof</a:t>
            </a:r>
            <a:r>
              <a:rPr kumimoji="0" lang="en-US" altLang="en-US" sz="13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Hack" panose="020B0609030202020204" pitchFamily="49" charset="0"/>
              </a:rPr>
              <a:t>(</a:t>
            </a:r>
            <a:r>
              <a:rPr kumimoji="0" lang="en-US" altLang="en-US" sz="1300" b="0" i="0" u="none" strike="noStrike" cap="none" normalizeH="0" baseline="0" dirty="0">
                <a:ln>
                  <a:noFill/>
                </a:ln>
                <a:solidFill>
                  <a:srgbClr val="2B91AF"/>
                </a:solidFill>
                <a:effectLst/>
                <a:latin typeface="Hack" panose="020B0609030202020204" pitchFamily="49" charset="0"/>
              </a:rPr>
              <a:t>List</a:t>
            </a:r>
            <a:r>
              <a:rPr kumimoji="0" lang="en-US" altLang="en-US" sz="13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Hack" panose="020B0609030202020204" pitchFamily="49" charset="0"/>
              </a:rPr>
              <a:t>&lt;</a:t>
            </a:r>
            <a:r>
              <a:rPr kumimoji="0" lang="en-US" altLang="en-US" sz="1300" b="0" i="0" u="none" strike="noStrike" cap="none" normalizeH="0" baseline="0" dirty="0" err="1">
                <a:ln>
                  <a:noFill/>
                </a:ln>
                <a:solidFill>
                  <a:srgbClr val="2B91AF"/>
                </a:solidFill>
                <a:effectLst/>
                <a:latin typeface="Hack" panose="020B0609030202020204" pitchFamily="49" charset="0"/>
              </a:rPr>
              <a:t>AlbumApiModel</a:t>
            </a:r>
            <a:r>
              <a:rPr kumimoji="0" lang="en-US" altLang="en-US" sz="13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Hack" panose="020B0609030202020204" pitchFamily="49" charset="0"/>
              </a:rPr>
              <a:t>&gt;))]</a:t>
            </a:r>
            <a:br>
              <a:rPr kumimoji="0" lang="en-US" altLang="en-US" sz="13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Hack" panose="020B0609030202020204" pitchFamily="49" charset="0"/>
              </a:rPr>
            </a:br>
            <a:r>
              <a:rPr kumimoji="0" lang="en-US" altLang="en-US" sz="1300" b="0" i="0" u="none" strike="noStrike" cap="none" normalizeH="0" baseline="0" dirty="0">
                <a:ln>
                  <a:noFill/>
                </a:ln>
                <a:solidFill>
                  <a:srgbClr val="0000FF"/>
                </a:solidFill>
                <a:effectLst/>
                <a:latin typeface="Hack" panose="020B0609030202020204" pitchFamily="49" charset="0"/>
              </a:rPr>
              <a:t>public </a:t>
            </a:r>
            <a:r>
              <a:rPr kumimoji="0" lang="en-US" altLang="en-US" sz="13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Hack" panose="020B0609030202020204" pitchFamily="49" charset="0"/>
              </a:rPr>
              <a:t>async Task&lt;</a:t>
            </a:r>
            <a:r>
              <a:rPr kumimoji="0" lang="en-US" altLang="en-US" sz="13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Hack" panose="020B0609030202020204" pitchFamily="49" charset="0"/>
              </a:rPr>
              <a:t>ActionResult</a:t>
            </a:r>
            <a:r>
              <a:rPr kumimoji="0" lang="en-US" altLang="en-US" sz="13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Hack" panose="020B0609030202020204" pitchFamily="49" charset="0"/>
              </a:rPr>
              <a:t>&lt;List&lt;</a:t>
            </a:r>
            <a:r>
              <a:rPr kumimoji="0" lang="en-US" altLang="en-US" sz="13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Hack" panose="020B0609030202020204" pitchFamily="49" charset="0"/>
              </a:rPr>
              <a:t>AlbumApiModel</a:t>
            </a:r>
            <a:r>
              <a:rPr kumimoji="0" lang="en-US" altLang="en-US" sz="13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Hack" panose="020B0609030202020204" pitchFamily="49" charset="0"/>
              </a:rPr>
              <a:t>&gt;&gt;&gt; Get()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49729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707191-2C85-E9D2-EFFA-C28D093D88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DCC5D10-BF03-AC48-7648-68C889C555F6}"/>
              </a:ext>
            </a:extLst>
          </p:cNvPr>
          <p:cNvSpPr txBox="1"/>
          <p:nvPr/>
        </p:nvSpPr>
        <p:spPr>
          <a:xfrm>
            <a:off x="2438400" y="743404"/>
            <a:ext cx="6582508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spc="300" dirty="0">
                <a:latin typeface="Montserrat SemiBold" panose="00000700000000000000" pitchFamily="50" charset="0"/>
                <a:ea typeface="Montserrat" charset="0"/>
                <a:cs typeface="Montserrat" charset="0"/>
              </a:rPr>
              <a:t>OUTPUT CACHING RULES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F03A2AE-FC42-80B7-AC8E-96AC66BD1070}"/>
              </a:ext>
            </a:extLst>
          </p:cNvPr>
          <p:cNvSpPr/>
          <p:nvPr/>
        </p:nvSpPr>
        <p:spPr>
          <a:xfrm>
            <a:off x="1588" y="-1"/>
            <a:ext cx="1536700" cy="6858001"/>
          </a:xfrm>
          <a:prstGeom prst="rect">
            <a:avLst/>
          </a:prstGeom>
          <a:solidFill>
            <a:srgbClr val="F8B4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900" dirty="0"/>
              <a:t> </a:t>
            </a:r>
          </a:p>
        </p:txBody>
      </p:sp>
      <p:sp>
        <p:nvSpPr>
          <p:cNvPr id="5" name="Subtitle 1">
            <a:extLst>
              <a:ext uri="{FF2B5EF4-FFF2-40B4-BE49-F238E27FC236}">
                <a16:creationId xmlns:a16="http://schemas.microsoft.com/office/drawing/2014/main" id="{F6023B1D-93D7-7AB7-2971-0E86D47AD27A}"/>
              </a:ext>
            </a:extLst>
          </p:cNvPr>
          <p:cNvSpPr txBox="1">
            <a:spLocks/>
          </p:cNvSpPr>
          <p:nvPr/>
        </p:nvSpPr>
        <p:spPr>
          <a:xfrm>
            <a:off x="2536555" y="1811999"/>
            <a:ext cx="9086292" cy="1617000"/>
          </a:xfrm>
          <a:prstGeom prst="rect">
            <a:avLst/>
          </a:prstGeom>
        </p:spPr>
        <p:txBody>
          <a:bodyPr/>
          <a:lstStyle>
            <a:lvl1pPr marL="228543" indent="-228543" algn="l" defTabSz="914172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629" indent="-228543" algn="l" defTabSz="914172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715" indent="-228543" algn="l" defTabSz="914172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800" indent="-228543" algn="l" defTabSz="914172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886" indent="-228543" algn="l" defTabSz="914172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972" indent="-228543" algn="l" defTabSz="914172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057" indent="-228543" algn="l" defTabSz="914172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143" indent="-228543" algn="l" defTabSz="914172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229" indent="-228543" algn="l" defTabSz="914172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</a:pPr>
            <a:r>
              <a:rPr lang="en-US" dirty="0">
                <a:solidFill>
                  <a:srgbClr val="161616"/>
                </a:solidFill>
                <a:latin typeface="Segoe UI" panose="020B0502040204020203" pitchFamily="34" charset="0"/>
              </a:rPr>
              <a:t>Only HTTP 200 responses are cached.</a:t>
            </a:r>
          </a:p>
          <a:p>
            <a:pPr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</a:pPr>
            <a:r>
              <a:rPr lang="en-US" dirty="0">
                <a:solidFill>
                  <a:srgbClr val="161616"/>
                </a:solidFill>
                <a:latin typeface="Segoe UI" panose="020B0502040204020203" pitchFamily="34" charset="0"/>
              </a:rPr>
              <a:t>Only HTTP GET or HEAD requests are cached.</a:t>
            </a:r>
          </a:p>
          <a:p>
            <a:pPr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</a:pPr>
            <a:r>
              <a:rPr lang="en-US" dirty="0">
                <a:solidFill>
                  <a:srgbClr val="161616"/>
                </a:solidFill>
                <a:latin typeface="Segoe UI" panose="020B0502040204020203" pitchFamily="34" charset="0"/>
              </a:rPr>
              <a:t>Responses that set cookies aren't cached.</a:t>
            </a:r>
          </a:p>
          <a:p>
            <a:pPr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</a:pPr>
            <a:r>
              <a:rPr lang="en-US" dirty="0">
                <a:solidFill>
                  <a:srgbClr val="161616"/>
                </a:solidFill>
                <a:latin typeface="Segoe UI" panose="020B0502040204020203" pitchFamily="34" charset="0"/>
              </a:rPr>
              <a:t>Responses to authenticated requests aren't cached.</a:t>
            </a:r>
          </a:p>
        </p:txBody>
      </p:sp>
    </p:spTree>
    <p:extLst>
      <p:ext uri="{BB962C8B-B14F-4D97-AF65-F5344CB8AC3E}">
        <p14:creationId xmlns:p14="http://schemas.microsoft.com/office/powerpoint/2010/main" val="47081911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A528DC9-BB47-445C-9B13-0CD077BD9048}"/>
              </a:ext>
            </a:extLst>
          </p:cNvPr>
          <p:cNvSpPr txBox="1"/>
          <p:nvPr/>
        </p:nvSpPr>
        <p:spPr>
          <a:xfrm>
            <a:off x="2438400" y="743404"/>
            <a:ext cx="9319846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spc="300" dirty="0">
                <a:latin typeface="Montserrat SemiBold" panose="00000700000000000000" pitchFamily="50" charset="0"/>
                <a:ea typeface="Montserrat" charset="0"/>
                <a:cs typeface="Montserrat" charset="0"/>
              </a:rPr>
              <a:t>DISTRIBUTED CACHING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9FFE08C-0150-A24D-8F0E-E335CDBED811}"/>
              </a:ext>
            </a:extLst>
          </p:cNvPr>
          <p:cNvSpPr/>
          <p:nvPr/>
        </p:nvSpPr>
        <p:spPr>
          <a:xfrm>
            <a:off x="1588" y="-1"/>
            <a:ext cx="1536700" cy="6858001"/>
          </a:xfrm>
          <a:prstGeom prst="rect">
            <a:avLst/>
          </a:prstGeom>
          <a:solidFill>
            <a:srgbClr val="F8B4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900" dirty="0"/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D52958-8BA6-0B71-AD0D-8A77B5463BAA}"/>
              </a:ext>
            </a:extLst>
          </p:cNvPr>
          <p:cNvSpPr txBox="1"/>
          <p:nvPr/>
        </p:nvSpPr>
        <p:spPr>
          <a:xfrm>
            <a:off x="2438400" y="1846275"/>
            <a:ext cx="6096000" cy="32511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334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Montserrat Medium" panose="00000600000000000000" pitchFamily="2" charset="0"/>
              </a:rPr>
              <a:t>Local Redis Cache</a:t>
            </a:r>
          </a:p>
          <a:p>
            <a:pPr marL="5334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Montserrat Medium" panose="00000600000000000000" pitchFamily="2" charset="0"/>
              </a:rPr>
              <a:t>SQL Server Cache</a:t>
            </a:r>
          </a:p>
          <a:p>
            <a:pPr marL="5334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Montserrat Medium" panose="00000600000000000000" pitchFamily="2" charset="0"/>
              </a:rPr>
              <a:t>Azure Redis Cache</a:t>
            </a:r>
          </a:p>
          <a:p>
            <a:pPr marL="5334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Montserrat Medium" panose="00000600000000000000" pitchFamily="2" charset="0"/>
              </a:rPr>
              <a:t>Amazon </a:t>
            </a:r>
            <a:r>
              <a:rPr lang="en-US" sz="2800" dirty="0" err="1">
                <a:latin typeface="Montserrat Medium" panose="00000600000000000000" pitchFamily="2" charset="0"/>
              </a:rPr>
              <a:t>ElastiCache</a:t>
            </a:r>
            <a:endParaRPr lang="en-US" sz="2800" dirty="0">
              <a:latin typeface="Montserrat Medium" panose="00000600000000000000" pitchFamily="2" charset="0"/>
            </a:endParaRPr>
          </a:p>
          <a:p>
            <a:pPr marL="5334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Montserrat Medium" panose="00000600000000000000" pitchFamily="2" charset="0"/>
              </a:rPr>
              <a:t>Google Cloud </a:t>
            </a:r>
            <a:r>
              <a:rPr lang="en-US" sz="2800" dirty="0" err="1">
                <a:latin typeface="Montserrat Medium" panose="00000600000000000000" pitchFamily="2" charset="0"/>
              </a:rPr>
              <a:t>Memcache</a:t>
            </a:r>
            <a:endParaRPr lang="en-US" sz="2800" dirty="0">
              <a:latin typeface="Montserrat Medium" panose="000006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1578347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D2C5AD-F19B-3AFC-1CEB-F4A888C03D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02B360B-9755-016E-570C-05FCBCCE7E3E}"/>
              </a:ext>
            </a:extLst>
          </p:cNvPr>
          <p:cNvSpPr txBox="1"/>
          <p:nvPr/>
        </p:nvSpPr>
        <p:spPr>
          <a:xfrm>
            <a:off x="2438400" y="743404"/>
            <a:ext cx="9319846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spc="300" dirty="0">
                <a:latin typeface="Montserrat SemiBold" panose="00000700000000000000" pitchFamily="50" charset="0"/>
                <a:ea typeface="Montserrat" charset="0"/>
                <a:cs typeface="Montserrat" charset="0"/>
              </a:rPr>
              <a:t>DISTRIBUTED CACHING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E7821BB-8C8C-3AAE-0DC6-9C817F94406E}"/>
              </a:ext>
            </a:extLst>
          </p:cNvPr>
          <p:cNvSpPr/>
          <p:nvPr/>
        </p:nvSpPr>
        <p:spPr>
          <a:xfrm>
            <a:off x="1588" y="-1"/>
            <a:ext cx="1536700" cy="6858001"/>
          </a:xfrm>
          <a:prstGeom prst="rect">
            <a:avLst/>
          </a:prstGeom>
          <a:solidFill>
            <a:srgbClr val="F8B4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9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02821262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D7BAD5A3-E0BD-7740-98D9-A42989EB584D}"/>
              </a:ext>
            </a:extLst>
          </p:cNvPr>
          <p:cNvSpPr/>
          <p:nvPr/>
        </p:nvSpPr>
        <p:spPr>
          <a:xfrm>
            <a:off x="3698632" y="0"/>
            <a:ext cx="8491782" cy="6858000"/>
          </a:xfrm>
          <a:prstGeom prst="rect">
            <a:avLst/>
          </a:prstGeom>
          <a:solidFill>
            <a:srgbClr val="F8B4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9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3F05D99-BABB-4AC0-9E31-58496EEF10C5}"/>
              </a:ext>
            </a:extLst>
          </p:cNvPr>
          <p:cNvSpPr txBox="1"/>
          <p:nvPr/>
        </p:nvSpPr>
        <p:spPr>
          <a:xfrm>
            <a:off x="4955913" y="1161791"/>
            <a:ext cx="68609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pc="300" dirty="0">
                <a:latin typeface="Montserrat SemiBold" panose="00000700000000000000" pitchFamily="50" charset="0"/>
                <a:ea typeface="Montserrat" charset="0"/>
                <a:cs typeface="Montserrat" charset="0"/>
              </a:rPr>
              <a:t>http://learn.microsoft.com/en-us/ef/core/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63C365F-90A8-4908-A8D8-B53E4CB280C6}"/>
              </a:ext>
            </a:extLst>
          </p:cNvPr>
          <p:cNvSpPr txBox="1"/>
          <p:nvPr/>
        </p:nvSpPr>
        <p:spPr>
          <a:xfrm>
            <a:off x="4955912" y="2569554"/>
            <a:ext cx="726539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spc="300" dirty="0">
                <a:latin typeface="Montserrat SemiBold" panose="00000700000000000000" pitchFamily="50" charset="0"/>
                <a:ea typeface="Montserrat" charset="0"/>
                <a:cs typeface="Montserrat" charset="0"/>
              </a:rPr>
              <a:t>devblogs.microsoft.com/dotnet/tag/entity-framework/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A8D6A93-A62B-49B5-8C1A-6326EA3EF9E6}"/>
              </a:ext>
            </a:extLst>
          </p:cNvPr>
          <p:cNvSpPr txBox="1"/>
          <p:nvPr/>
        </p:nvSpPr>
        <p:spPr>
          <a:xfrm>
            <a:off x="4955912" y="3946540"/>
            <a:ext cx="65502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pc="300" dirty="0">
                <a:latin typeface="Montserrat SemiBold" panose="00000700000000000000" pitchFamily="50" charset="0"/>
                <a:ea typeface="Montserrat" charset="0"/>
                <a:cs typeface="Montserrat" charset="0"/>
              </a:rPr>
              <a:t>https://www.youtube.com/@dotnet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D5FCF19-B632-4E22-946C-2A3693A0EE76}"/>
              </a:ext>
            </a:extLst>
          </p:cNvPr>
          <p:cNvSpPr txBox="1"/>
          <p:nvPr/>
        </p:nvSpPr>
        <p:spPr>
          <a:xfrm>
            <a:off x="4955913" y="5279596"/>
            <a:ext cx="62337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pc="300" dirty="0">
                <a:latin typeface="Montserrat SemiBold" panose="00000700000000000000" pitchFamily="50" charset="0"/>
                <a:ea typeface="Montserrat" charset="0"/>
                <a:cs typeface="Montserrat" charset="0"/>
              </a:rPr>
              <a:t>https://github.com/dotnet/efcore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C2FC8A05-4DA4-4729-B035-BAD89E501F8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288846" y="1098754"/>
            <a:ext cx="464629" cy="464629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E2EB4D4D-FA60-4D5A-B162-597293F14AE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292332" y="2491129"/>
            <a:ext cx="464629" cy="464629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2286FDA3-8DEF-478B-B004-93ADD82EF83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288846" y="3862400"/>
            <a:ext cx="464629" cy="464629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0365B964-E801-49B8-98C8-472DB2A1B1E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288846" y="5201171"/>
            <a:ext cx="464629" cy="464629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233ED485-9A32-E786-9024-D792030B4A0A}"/>
              </a:ext>
            </a:extLst>
          </p:cNvPr>
          <p:cNvSpPr txBox="1"/>
          <p:nvPr/>
        </p:nvSpPr>
        <p:spPr>
          <a:xfrm>
            <a:off x="-523548" y="5349814"/>
            <a:ext cx="453146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spc="150" dirty="0">
                <a:latin typeface="Montserrat SemiBold" panose="00000700000000000000" pitchFamily="50" charset="0"/>
                <a:ea typeface="Montserrat" charset="0"/>
                <a:cs typeface="Montserrat" charset="0"/>
              </a:rPr>
              <a:t>OTHER</a:t>
            </a:r>
          </a:p>
          <a:p>
            <a:pPr algn="ctr"/>
            <a:r>
              <a:rPr lang="en-US" sz="3000" spc="150" dirty="0">
                <a:latin typeface="Montserrat SemiBold" panose="00000700000000000000" pitchFamily="50" charset="0"/>
                <a:ea typeface="Montserrat" charset="0"/>
                <a:cs typeface="Montserrat" charset="0"/>
              </a:rPr>
              <a:t>RESOURCES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474344B-214E-D609-E3C3-C3288EF146DD}"/>
              </a:ext>
            </a:extLst>
          </p:cNvPr>
          <p:cNvSpPr txBox="1"/>
          <p:nvPr/>
        </p:nvSpPr>
        <p:spPr>
          <a:xfrm>
            <a:off x="316067" y="5002597"/>
            <a:ext cx="29720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spc="150" dirty="0">
                <a:latin typeface="Montserrat Medium" panose="00000600000000000000" pitchFamily="50" charset="0"/>
                <a:ea typeface="Montserrat" charset="0"/>
                <a:cs typeface="Montserrat" charset="0"/>
              </a:rPr>
              <a:t>Entity Framework Core</a:t>
            </a:r>
          </a:p>
        </p:txBody>
      </p:sp>
    </p:spTree>
    <p:extLst>
      <p:ext uri="{BB962C8B-B14F-4D97-AF65-F5344CB8AC3E}">
        <p14:creationId xmlns:p14="http://schemas.microsoft.com/office/powerpoint/2010/main" val="364529476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E8CEE8BE-2A8C-DD47-A385-F736C1566725}"/>
              </a:ext>
            </a:extLst>
          </p:cNvPr>
          <p:cNvSpPr/>
          <p:nvPr/>
        </p:nvSpPr>
        <p:spPr>
          <a:xfrm>
            <a:off x="1588" y="0"/>
            <a:ext cx="4267200" cy="6858000"/>
          </a:xfrm>
          <a:prstGeom prst="rect">
            <a:avLst/>
          </a:prstGeom>
          <a:solidFill>
            <a:srgbClr val="F8B4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900" dirty="0"/>
              <a:t>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BACBAE8-F737-4A7B-AE90-EAAB3FD8EC50}"/>
              </a:ext>
            </a:extLst>
          </p:cNvPr>
          <p:cNvSpPr txBox="1"/>
          <p:nvPr/>
        </p:nvSpPr>
        <p:spPr>
          <a:xfrm>
            <a:off x="922338" y="1635149"/>
            <a:ext cx="3160403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spc="300" dirty="0">
                <a:latin typeface="Montserrat SemiBold" panose="00000700000000000000" pitchFamily="50" charset="0"/>
                <a:ea typeface="Montserrat" charset="0"/>
                <a:cs typeface="Montserrat" charset="0"/>
              </a:rPr>
              <a:t>Questions?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A87A40-E325-4345-9A9E-16985F758994}"/>
              </a:ext>
            </a:extLst>
          </p:cNvPr>
          <p:cNvSpPr txBox="1"/>
          <p:nvPr/>
        </p:nvSpPr>
        <p:spPr>
          <a:xfrm>
            <a:off x="922337" y="2859535"/>
            <a:ext cx="31045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i="1" spc="300" dirty="0">
                <a:latin typeface="Montserrat Medium" panose="00000600000000000000" pitchFamily="50" charset="0"/>
                <a:ea typeface="Montserrat" charset="0"/>
                <a:cs typeface="Montserrat" charset="0"/>
              </a:rPr>
              <a:t>Turbo Charging EF Core</a:t>
            </a:r>
          </a:p>
        </p:txBody>
      </p:sp>
      <p:pic>
        <p:nvPicPr>
          <p:cNvPr id="8" name="Picture Placeholder 7" descr="Diagram&#10;&#10;Description automatically generated">
            <a:extLst>
              <a:ext uri="{FF2B5EF4-FFF2-40B4-BE49-F238E27FC236}">
                <a16:creationId xmlns:a16="http://schemas.microsoft.com/office/drawing/2014/main" id="{15D42605-ECB8-A835-B7CD-51E5B344CBE0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477" r="11477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243757107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B53E6B14-44C6-094D-B194-49DC9C2FDB57}"/>
              </a:ext>
            </a:extLst>
          </p:cNvPr>
          <p:cNvSpPr/>
          <p:nvPr/>
        </p:nvSpPr>
        <p:spPr>
          <a:xfrm>
            <a:off x="1588" y="3429000"/>
            <a:ext cx="6094413" cy="2755900"/>
          </a:xfrm>
          <a:prstGeom prst="rect">
            <a:avLst/>
          </a:prstGeom>
          <a:solidFill>
            <a:srgbClr val="F8B4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9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79B105-2DB8-407A-B4A9-0782FCDBEF0F}"/>
              </a:ext>
            </a:extLst>
          </p:cNvPr>
          <p:cNvSpPr txBox="1"/>
          <p:nvPr/>
        </p:nvSpPr>
        <p:spPr>
          <a:xfrm>
            <a:off x="1418724" y="4140200"/>
            <a:ext cx="366395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spc="300" dirty="0">
                <a:latin typeface="Montserrat SemiBold" panose="00000700000000000000" pitchFamily="50" charset="0"/>
                <a:ea typeface="Montserrat" charset="0"/>
                <a:cs typeface="Montserrat" charset="0"/>
              </a:rPr>
              <a:t>THANK YOU</a:t>
            </a:r>
          </a:p>
        </p:txBody>
      </p:sp>
      <p:pic>
        <p:nvPicPr>
          <p:cNvPr id="9" name="Picture 8" descr="Qr code&#10;&#10;Description automatically generated">
            <a:extLst>
              <a:ext uri="{FF2B5EF4-FFF2-40B4-BE49-F238E27FC236}">
                <a16:creationId xmlns:a16="http://schemas.microsoft.com/office/drawing/2014/main" id="{5E34CC82-7FF0-B837-C575-831FA043F6A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26773" y="0"/>
            <a:ext cx="5463639" cy="54636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932642"/>
      </p:ext>
    </p:extLst>
  </p:cSld>
  <p:clrMapOvr>
    <a:masterClrMapping/>
  </p:clrMapOvr>
</p:sld>
</file>

<file path=ppt/theme/theme1.xml><?xml version="1.0" encoding="utf-8"?>
<a:theme xmlns:a="http://schemas.openxmlformats.org/drawingml/2006/main" name="mnml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nml" id="{C6542E83-5061-4B7A-B30C-B21DD34754F1}" vid="{C5D6D251-6CA5-49F2-B710-4C2B801616B4}"/>
    </a:ext>
  </a:extLst>
</a:theme>
</file>

<file path=ppt/theme/theme2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1_Office Theme">
  <a:themeElements>
    <a:clrScheme name="Grayscale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Detective">
      <a:majorFont>
        <a:latin typeface="SF Comic Script"/>
        <a:ea typeface=""/>
        <a:cs typeface=""/>
      </a:majorFont>
      <a:minorFont>
        <a:latin typeface="Market_Dec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mnml</Template>
  <TotalTime>7953</TotalTime>
  <Words>1908</Words>
  <Application>Microsoft Macintosh PowerPoint</Application>
  <PresentationFormat>Widescreen</PresentationFormat>
  <Paragraphs>373</Paragraphs>
  <Slides>41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41</vt:i4>
      </vt:variant>
    </vt:vector>
  </HeadingPairs>
  <TitlesOfParts>
    <vt:vector size="56" baseType="lpstr">
      <vt:lpstr>Arial</vt:lpstr>
      <vt:lpstr>Calibri</vt:lpstr>
      <vt:lpstr>Consolas</vt:lpstr>
      <vt:lpstr>Hack</vt:lpstr>
      <vt:lpstr>Market_Deco</vt:lpstr>
      <vt:lpstr>Montserrat</vt:lpstr>
      <vt:lpstr>Montserrat Medium</vt:lpstr>
      <vt:lpstr>Montserrat SemiBold</vt:lpstr>
      <vt:lpstr>Segoe UI</vt:lpstr>
      <vt:lpstr>Segoe UI Semilight</vt:lpstr>
      <vt:lpstr>SF Comic Script</vt:lpstr>
      <vt:lpstr>Source Code Pro</vt:lpstr>
      <vt:lpstr>mnml</vt:lpstr>
      <vt:lpstr>Office Theme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Detective Tip #1 – understand query Plans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Chris Woodruff</dc:creator>
  <cp:lastModifiedBy>Chris Woodruff</cp:lastModifiedBy>
  <cp:revision>1</cp:revision>
  <dcterms:created xsi:type="dcterms:W3CDTF">2023-02-19T13:28:57Z</dcterms:created>
  <dcterms:modified xsi:type="dcterms:W3CDTF">2025-07-07T01:19:49Z</dcterms:modified>
</cp:coreProperties>
</file>